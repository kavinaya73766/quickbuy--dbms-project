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25523825" cy="158765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010727-B450-431A-83AA-5247AB3D5108}" v="13" dt="2026-07-22T03:52:11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aya s" userId="b16f804b14833c45" providerId="LiveId" clId="{9A90614D-886A-4F06-B437-68C9CB7C3119}"/>
    <pc:docChg chg="custSel modSld">
      <pc:chgData name="kavinaya s" userId="b16f804b14833c45" providerId="LiveId" clId="{9A90614D-886A-4F06-B437-68C9CB7C3119}" dt="2026-07-22T03:54:52.732" v="483" actId="21"/>
      <pc:docMkLst>
        <pc:docMk/>
      </pc:docMkLst>
      <pc:sldChg chg="addSp delSp modSp mod">
        <pc:chgData name="kavinaya s" userId="b16f804b14833c45" providerId="LiveId" clId="{9A90614D-886A-4F06-B437-68C9CB7C3119}" dt="2026-07-22T03:54:52.732" v="483" actId="21"/>
        <pc:sldMkLst>
          <pc:docMk/>
          <pc:sldMk cId="3170916344" sldId="256"/>
        </pc:sldMkLst>
        <pc:spChg chg="add del mod">
          <ac:chgData name="kavinaya s" userId="b16f804b14833c45" providerId="LiveId" clId="{9A90614D-886A-4F06-B437-68C9CB7C3119}" dt="2026-07-22T03:47:52.343" v="436" actId="478"/>
          <ac:spMkLst>
            <pc:docMk/>
            <pc:sldMk cId="3170916344" sldId="256"/>
            <ac:spMk id="23" creationId="{27C33AE8-975F-453D-3387-6804D24D7C77}"/>
          </ac:spMkLst>
        </pc:spChg>
        <pc:spChg chg="add del mod">
          <ac:chgData name="kavinaya s" userId="b16f804b14833c45" providerId="LiveId" clId="{9A90614D-886A-4F06-B437-68C9CB7C3119}" dt="2026-07-22T03:41:58.221" v="407"/>
          <ac:spMkLst>
            <pc:docMk/>
            <pc:sldMk cId="3170916344" sldId="256"/>
            <ac:spMk id="24" creationId="{9C0F21E5-BDDF-863D-3737-889273028D3C}"/>
          </ac:spMkLst>
        </pc:spChg>
        <pc:spChg chg="add del mod">
          <ac:chgData name="kavinaya s" userId="b16f804b14833c45" providerId="LiveId" clId="{9A90614D-886A-4F06-B437-68C9CB7C3119}" dt="2026-07-22T03:42:08.309" v="411"/>
          <ac:spMkLst>
            <pc:docMk/>
            <pc:sldMk cId="3170916344" sldId="256"/>
            <ac:spMk id="25" creationId="{C212D401-28B4-1726-6FED-530A2C689B1B}"/>
          </ac:spMkLst>
        </pc:spChg>
        <pc:spChg chg="add mod">
          <ac:chgData name="kavinaya s" userId="b16f804b14833c45" providerId="LiveId" clId="{9A90614D-886A-4F06-B437-68C9CB7C3119}" dt="2026-07-22T03:50:14.024" v="453" actId="20577"/>
          <ac:spMkLst>
            <pc:docMk/>
            <pc:sldMk cId="3170916344" sldId="256"/>
            <ac:spMk id="26" creationId="{2048C8BD-4B7F-3F9E-B00C-B9D337564F4A}"/>
          </ac:spMkLst>
        </pc:spChg>
        <pc:spChg chg="add mod">
          <ac:chgData name="kavinaya s" userId="b16f804b14833c45" providerId="LiveId" clId="{9A90614D-886A-4F06-B437-68C9CB7C3119}" dt="2026-07-22T03:43:51.415" v="421" actId="1076"/>
          <ac:spMkLst>
            <pc:docMk/>
            <pc:sldMk cId="3170916344" sldId="256"/>
            <ac:spMk id="28" creationId="{12F12C00-CB54-B768-1863-825F1BEFEA39}"/>
          </ac:spMkLst>
        </pc:spChg>
        <pc:spChg chg="add mod">
          <ac:chgData name="kavinaya s" userId="b16f804b14833c45" providerId="LiveId" clId="{9A90614D-886A-4F06-B437-68C9CB7C3119}" dt="2026-07-22T03:44:21.787" v="425" actId="1076"/>
          <ac:spMkLst>
            <pc:docMk/>
            <pc:sldMk cId="3170916344" sldId="256"/>
            <ac:spMk id="32" creationId="{329C1A5D-EA14-79DF-8693-F348781A15B5}"/>
          </ac:spMkLst>
        </pc:spChg>
        <pc:spChg chg="add mod">
          <ac:chgData name="kavinaya s" userId="b16f804b14833c45" providerId="LiveId" clId="{9A90614D-886A-4F06-B437-68C9CB7C3119}" dt="2026-07-22T03:44:14.873" v="424" actId="1076"/>
          <ac:spMkLst>
            <pc:docMk/>
            <pc:sldMk cId="3170916344" sldId="256"/>
            <ac:spMk id="36" creationId="{D7BD4BEC-FBA7-D9D6-DFBD-9359B29C40D8}"/>
          </ac:spMkLst>
        </pc:spChg>
        <pc:spChg chg="add del mod">
          <ac:chgData name="kavinaya s" userId="b16f804b14833c45" providerId="LiveId" clId="{9A90614D-886A-4F06-B437-68C9CB7C3119}" dt="2026-07-22T03:48:23.432" v="438" actId="478"/>
          <ac:spMkLst>
            <pc:docMk/>
            <pc:sldMk cId="3170916344" sldId="256"/>
            <ac:spMk id="40" creationId="{200F2813-0242-319C-3BF8-90C87E972169}"/>
          </ac:spMkLst>
        </pc:spChg>
        <pc:spChg chg="add mod">
          <ac:chgData name="kavinaya s" userId="b16f804b14833c45" providerId="LiveId" clId="{9A90614D-886A-4F06-B437-68C9CB7C3119}" dt="2026-07-22T03:45:49.278" v="434" actId="1076"/>
          <ac:spMkLst>
            <pc:docMk/>
            <pc:sldMk cId="3170916344" sldId="256"/>
            <ac:spMk id="43" creationId="{8CB40CF4-9E8E-516D-225D-A0F6A5006183}"/>
          </ac:spMkLst>
        </pc:spChg>
        <pc:spChg chg="add mod">
          <ac:chgData name="kavinaya s" userId="b16f804b14833c45" providerId="LiveId" clId="{9A90614D-886A-4F06-B437-68C9CB7C3119}" dt="2026-07-22T03:44:45.016" v="431" actId="1076"/>
          <ac:spMkLst>
            <pc:docMk/>
            <pc:sldMk cId="3170916344" sldId="256"/>
            <ac:spMk id="45" creationId="{D16F6EE3-45F6-9D88-7C83-881FE52B50EB}"/>
          </ac:spMkLst>
        </pc:spChg>
        <pc:spChg chg="add mod">
          <ac:chgData name="kavinaya s" userId="b16f804b14833c45" providerId="LiveId" clId="{9A90614D-886A-4F06-B437-68C9CB7C3119}" dt="2026-07-22T03:44:40.008" v="430" actId="1076"/>
          <ac:spMkLst>
            <pc:docMk/>
            <pc:sldMk cId="3170916344" sldId="256"/>
            <ac:spMk id="48" creationId="{610B4378-BC08-7EB1-06ED-6C26DBF61E46}"/>
          </ac:spMkLst>
        </pc:spChg>
        <pc:spChg chg="add mod">
          <ac:chgData name="kavinaya s" userId="b16f804b14833c45" providerId="LiveId" clId="{9A90614D-886A-4F06-B437-68C9CB7C3119}" dt="2026-07-22T03:49:38.997" v="445" actId="1076"/>
          <ac:spMkLst>
            <pc:docMk/>
            <pc:sldMk cId="3170916344" sldId="256"/>
            <ac:spMk id="51" creationId="{06836E48-AF23-A445-3E61-FAA5EB78874B}"/>
          </ac:spMkLst>
        </pc:spChg>
        <pc:spChg chg="mod">
          <ac:chgData name="kavinaya s" userId="b16f804b14833c45" providerId="LiveId" clId="{9A90614D-886A-4F06-B437-68C9CB7C3119}" dt="2026-07-22T03:41:29.889" v="403" actId="20577"/>
          <ac:spMkLst>
            <pc:docMk/>
            <pc:sldMk cId="3170916344" sldId="256"/>
            <ac:spMk id="55" creationId="{6EA2AD8E-1CD6-882D-4ACF-0392F5FE4E36}"/>
          </ac:spMkLst>
        </pc:spChg>
        <pc:spChg chg="add mod">
          <ac:chgData name="kavinaya s" userId="b16f804b14833c45" providerId="LiveId" clId="{9A90614D-886A-4F06-B437-68C9CB7C3119}" dt="2026-07-22T03:49:49.173" v="446" actId="1076"/>
          <ac:spMkLst>
            <pc:docMk/>
            <pc:sldMk cId="3170916344" sldId="256"/>
            <ac:spMk id="56" creationId="{C19FCC64-EE29-CC57-40CF-450D662618D2}"/>
          </ac:spMkLst>
        </pc:spChg>
        <pc:spChg chg="add mod">
          <ac:chgData name="kavinaya s" userId="b16f804b14833c45" providerId="LiveId" clId="{9A90614D-886A-4F06-B437-68C9CB7C3119}" dt="2026-07-22T03:49:21.908" v="444" actId="1076"/>
          <ac:spMkLst>
            <pc:docMk/>
            <pc:sldMk cId="3170916344" sldId="256"/>
            <ac:spMk id="60" creationId="{28E798B3-173E-5593-869E-6E5B1601BEA1}"/>
          </ac:spMkLst>
        </pc:spChg>
        <pc:spChg chg="mod">
          <ac:chgData name="kavinaya s" userId="b16f804b14833c45" providerId="LiveId" clId="{9A90614D-886A-4F06-B437-68C9CB7C3119}" dt="2026-07-22T03:29:41.909" v="134" actId="20577"/>
          <ac:spMkLst>
            <pc:docMk/>
            <pc:sldMk cId="3170916344" sldId="256"/>
            <ac:spMk id="79" creationId="{E556E245-0086-0BBE-303F-7190FB6A96D9}"/>
          </ac:spMkLst>
        </pc:spChg>
        <pc:spChg chg="mod">
          <ac:chgData name="kavinaya s" userId="b16f804b14833c45" providerId="LiveId" clId="{9A90614D-886A-4F06-B437-68C9CB7C3119}" dt="2026-07-22T03:29:35.474" v="132" actId="113"/>
          <ac:spMkLst>
            <pc:docMk/>
            <pc:sldMk cId="3170916344" sldId="256"/>
            <ac:spMk id="81" creationId="{116AC0EE-21AE-550B-2BA9-92BCB17331D7}"/>
          </ac:spMkLst>
        </pc:spChg>
        <pc:spChg chg="mod">
          <ac:chgData name="kavinaya s" userId="b16f804b14833c45" providerId="LiveId" clId="{9A90614D-886A-4F06-B437-68C9CB7C3119}" dt="2026-07-22T03:29:08.319" v="119" actId="113"/>
          <ac:spMkLst>
            <pc:docMk/>
            <pc:sldMk cId="3170916344" sldId="256"/>
            <ac:spMk id="83" creationId="{97089B4A-DCB8-95CF-C4A6-3C75EE47BB11}"/>
          </ac:spMkLst>
        </pc:spChg>
        <pc:spChg chg="mod">
          <ac:chgData name="kavinaya s" userId="b16f804b14833c45" providerId="LiveId" clId="{9A90614D-886A-4F06-B437-68C9CB7C3119}" dt="2026-07-22T03:29:46.484" v="136" actId="20577"/>
          <ac:spMkLst>
            <pc:docMk/>
            <pc:sldMk cId="3170916344" sldId="256"/>
            <ac:spMk id="106" creationId="{9A2AA208-70D6-33C6-D455-B0C4E05D51EB}"/>
          </ac:spMkLst>
        </pc:spChg>
        <pc:spChg chg="mod">
          <ac:chgData name="kavinaya s" userId="b16f804b14833c45" providerId="LiveId" clId="{9A90614D-886A-4F06-B437-68C9CB7C3119}" dt="2026-07-22T03:32:56.652" v="208" actId="14100"/>
          <ac:spMkLst>
            <pc:docMk/>
            <pc:sldMk cId="3170916344" sldId="256"/>
            <ac:spMk id="114" creationId="{F2DFFD84-7E50-6233-1F7F-1A459DBF492D}"/>
          </ac:spMkLst>
        </pc:spChg>
        <pc:spChg chg="mod">
          <ac:chgData name="kavinaya s" userId="b16f804b14833c45" providerId="LiveId" clId="{9A90614D-886A-4F06-B437-68C9CB7C3119}" dt="2026-07-22T03:32:27.848" v="190" actId="113"/>
          <ac:spMkLst>
            <pc:docMk/>
            <pc:sldMk cId="3170916344" sldId="256"/>
            <ac:spMk id="116" creationId="{ADC378C6-6265-6045-6216-093AFE3E7888}"/>
          </ac:spMkLst>
        </pc:spChg>
        <pc:spChg chg="mod">
          <ac:chgData name="kavinaya s" userId="b16f804b14833c45" providerId="LiveId" clId="{9A90614D-886A-4F06-B437-68C9CB7C3119}" dt="2026-07-22T03:31:59.571" v="177" actId="113"/>
          <ac:spMkLst>
            <pc:docMk/>
            <pc:sldMk cId="3170916344" sldId="256"/>
            <ac:spMk id="118" creationId="{B975CF7F-F0D8-8C01-D303-20626338EDE6}"/>
          </ac:spMkLst>
        </pc:spChg>
        <pc:spChg chg="mod">
          <ac:chgData name="kavinaya s" userId="b16f804b14833c45" providerId="LiveId" clId="{9A90614D-886A-4F06-B437-68C9CB7C3119}" dt="2026-07-22T03:31:32.035" v="161" actId="113"/>
          <ac:spMkLst>
            <pc:docMk/>
            <pc:sldMk cId="3170916344" sldId="256"/>
            <ac:spMk id="120" creationId="{E3AD10EC-1DE1-81BE-A6FC-10FD336A28DD}"/>
          </ac:spMkLst>
        </pc:spChg>
        <pc:spChg chg="mod">
          <ac:chgData name="kavinaya s" userId="b16f804b14833c45" providerId="LiveId" clId="{9A90614D-886A-4F06-B437-68C9CB7C3119}" dt="2026-07-22T03:34:34.596" v="245" actId="113"/>
          <ac:spMkLst>
            <pc:docMk/>
            <pc:sldMk cId="3170916344" sldId="256"/>
            <ac:spMk id="153" creationId="{3C2F27A4-EAB1-23A9-720A-A13A0295B7DE}"/>
          </ac:spMkLst>
        </pc:spChg>
        <pc:spChg chg="mod">
          <ac:chgData name="kavinaya s" userId="b16f804b14833c45" providerId="LiveId" clId="{9A90614D-886A-4F06-B437-68C9CB7C3119}" dt="2026-07-22T03:34:03.750" v="234" actId="113"/>
          <ac:spMkLst>
            <pc:docMk/>
            <pc:sldMk cId="3170916344" sldId="256"/>
            <ac:spMk id="155" creationId="{92E923AB-429E-A0B7-4EDD-AA63775F2535}"/>
          </ac:spMkLst>
        </pc:spChg>
        <pc:spChg chg="mod">
          <ac:chgData name="kavinaya s" userId="b16f804b14833c45" providerId="LiveId" clId="{9A90614D-886A-4F06-B437-68C9CB7C3119}" dt="2026-07-22T03:33:34.823" v="225" actId="14100"/>
          <ac:spMkLst>
            <pc:docMk/>
            <pc:sldMk cId="3170916344" sldId="256"/>
            <ac:spMk id="157" creationId="{72C6675C-5F41-0D0C-B468-F3B3C44DC9B8}"/>
          </ac:spMkLst>
        </pc:spChg>
        <pc:spChg chg="mod">
          <ac:chgData name="kavinaya s" userId="b16f804b14833c45" providerId="LiveId" clId="{9A90614D-886A-4F06-B437-68C9CB7C3119}" dt="2026-07-22T03:21:41.787" v="50" actId="113"/>
          <ac:spMkLst>
            <pc:docMk/>
            <pc:sldMk cId="3170916344" sldId="256"/>
            <ac:spMk id="243" creationId="{1AEF8BF4-4C54-E4DF-4B65-CDB8844B281F}"/>
          </ac:spMkLst>
        </pc:spChg>
        <pc:spChg chg="mod">
          <ac:chgData name="kavinaya s" userId="b16f804b14833c45" providerId="LiveId" clId="{9A90614D-886A-4F06-B437-68C9CB7C3119}" dt="2026-07-22T03:25:31.898" v="84" actId="113"/>
          <ac:spMkLst>
            <pc:docMk/>
            <pc:sldMk cId="3170916344" sldId="256"/>
            <ac:spMk id="245" creationId="{9DD01C5D-B673-03AD-E029-B889380A58FA}"/>
          </ac:spMkLst>
        </pc:spChg>
        <pc:spChg chg="mod">
          <ac:chgData name="kavinaya s" userId="b16f804b14833c45" providerId="LiveId" clId="{9A90614D-886A-4F06-B437-68C9CB7C3119}" dt="2026-07-22T03:22:42.424" v="70" actId="14100"/>
          <ac:spMkLst>
            <pc:docMk/>
            <pc:sldMk cId="3170916344" sldId="256"/>
            <ac:spMk id="247" creationId="{8BA71F87-4F54-575F-737E-D7669FD36F2E}"/>
          </ac:spMkLst>
        </pc:spChg>
        <pc:spChg chg="mod">
          <ac:chgData name="kavinaya s" userId="b16f804b14833c45" providerId="LiveId" clId="{9A90614D-886A-4F06-B437-68C9CB7C3119}" dt="2026-07-22T03:25:12.088" v="76" actId="113"/>
          <ac:spMkLst>
            <pc:docMk/>
            <pc:sldMk cId="3170916344" sldId="256"/>
            <ac:spMk id="249" creationId="{D9BF534F-5949-D5F8-9935-D1C252F3B263}"/>
          </ac:spMkLst>
        </pc:spChg>
        <pc:spChg chg="mod">
          <ac:chgData name="kavinaya s" userId="b16f804b14833c45" providerId="LiveId" clId="{9A90614D-886A-4F06-B437-68C9CB7C3119}" dt="2026-07-22T03:21:28.378" v="48" actId="113"/>
          <ac:spMkLst>
            <pc:docMk/>
            <pc:sldMk cId="3170916344" sldId="256"/>
            <ac:spMk id="251" creationId="{B2765F69-48BF-B7E8-0F6E-035C34E7EBD8}"/>
          </ac:spMkLst>
        </pc:spChg>
        <pc:spChg chg="mod">
          <ac:chgData name="kavinaya s" userId="b16f804b14833c45" providerId="LiveId" clId="{9A90614D-886A-4F06-B437-68C9CB7C3119}" dt="2026-07-22T03:37:23.238" v="319" actId="113"/>
          <ac:spMkLst>
            <pc:docMk/>
            <pc:sldMk cId="3170916344" sldId="256"/>
            <ac:spMk id="311" creationId="{30D01A9C-0FFE-B82A-AF66-0DF98390BF89}"/>
          </ac:spMkLst>
        </pc:spChg>
        <pc:spChg chg="mod">
          <ac:chgData name="kavinaya s" userId="b16f804b14833c45" providerId="LiveId" clId="{9A90614D-886A-4F06-B437-68C9CB7C3119}" dt="2026-07-22T03:37:45.368" v="330" actId="113"/>
          <ac:spMkLst>
            <pc:docMk/>
            <pc:sldMk cId="3170916344" sldId="256"/>
            <ac:spMk id="313" creationId="{920C5D28-121B-B646-AD7D-1FF4DCC231C0}"/>
          </ac:spMkLst>
        </pc:spChg>
        <pc:spChg chg="mod">
          <ac:chgData name="kavinaya s" userId="b16f804b14833c45" providerId="LiveId" clId="{9A90614D-886A-4F06-B437-68C9CB7C3119}" dt="2026-07-22T03:37:57.458" v="338" actId="113"/>
          <ac:spMkLst>
            <pc:docMk/>
            <pc:sldMk cId="3170916344" sldId="256"/>
            <ac:spMk id="315" creationId="{08F0B512-BD38-1CAB-6D39-9776569DE099}"/>
          </ac:spMkLst>
        </pc:spChg>
        <pc:spChg chg="mod">
          <ac:chgData name="kavinaya s" userId="b16f804b14833c45" providerId="LiveId" clId="{9A90614D-886A-4F06-B437-68C9CB7C3119}" dt="2026-07-22T03:38:22.384" v="355" actId="113"/>
          <ac:spMkLst>
            <pc:docMk/>
            <pc:sldMk cId="3170916344" sldId="256"/>
            <ac:spMk id="317" creationId="{D3358F6B-9412-969D-40F6-A5B4DEFE9F21}"/>
          </ac:spMkLst>
        </pc:spChg>
        <pc:spChg chg="mod">
          <ac:chgData name="kavinaya s" userId="b16f804b14833c45" providerId="LiveId" clId="{9A90614D-886A-4F06-B437-68C9CB7C3119}" dt="2026-07-22T03:38:54.359" v="371" actId="113"/>
          <ac:spMkLst>
            <pc:docMk/>
            <pc:sldMk cId="3170916344" sldId="256"/>
            <ac:spMk id="319" creationId="{9BA41D87-C535-F901-00C5-31836863ED98}"/>
          </ac:spMkLst>
        </pc:spChg>
        <pc:spChg chg="mod">
          <ac:chgData name="kavinaya s" userId="b16f804b14833c45" providerId="LiveId" clId="{9A90614D-886A-4F06-B437-68C9CB7C3119}" dt="2026-07-22T03:34:53.018" v="257" actId="113"/>
          <ac:spMkLst>
            <pc:docMk/>
            <pc:sldMk cId="3170916344" sldId="256"/>
            <ac:spMk id="395" creationId="{29B223D7-0EBF-0115-1329-517298AB614D}"/>
          </ac:spMkLst>
        </pc:spChg>
        <pc:spChg chg="mod">
          <ac:chgData name="kavinaya s" userId="b16f804b14833c45" providerId="LiveId" clId="{9A90614D-886A-4F06-B437-68C9CB7C3119}" dt="2026-07-22T03:35:25.756" v="277" actId="14100"/>
          <ac:spMkLst>
            <pc:docMk/>
            <pc:sldMk cId="3170916344" sldId="256"/>
            <ac:spMk id="397" creationId="{28221E30-9300-2C34-F407-E67AEA02EACD}"/>
          </ac:spMkLst>
        </pc:spChg>
        <pc:spChg chg="mod">
          <ac:chgData name="kavinaya s" userId="b16f804b14833c45" providerId="LiveId" clId="{9A90614D-886A-4F06-B437-68C9CB7C3119}" dt="2026-07-22T03:35:57.750" v="293" actId="113"/>
          <ac:spMkLst>
            <pc:docMk/>
            <pc:sldMk cId="3170916344" sldId="256"/>
            <ac:spMk id="399" creationId="{A2633CCC-E6D6-6CAB-9EF0-FD53EB012835}"/>
          </ac:spMkLst>
        </pc:spChg>
        <pc:spChg chg="mod">
          <ac:chgData name="kavinaya s" userId="b16f804b14833c45" providerId="LiveId" clId="{9A90614D-886A-4F06-B437-68C9CB7C3119}" dt="2026-07-22T03:36:18.430" v="309" actId="113"/>
          <ac:spMkLst>
            <pc:docMk/>
            <pc:sldMk cId="3170916344" sldId="256"/>
            <ac:spMk id="401" creationId="{919D0B29-AB00-51F4-224B-6AEFDE839DEA}"/>
          </ac:spMkLst>
        </pc:spChg>
        <pc:spChg chg="add mod">
          <ac:chgData name="kavinaya s" userId="b16f804b14833c45" providerId="LiveId" clId="{9A90614D-886A-4F06-B437-68C9CB7C3119}" dt="2026-07-22T03:49:13.737" v="443" actId="1076"/>
          <ac:spMkLst>
            <pc:docMk/>
            <pc:sldMk cId="3170916344" sldId="256"/>
            <ac:spMk id="448" creationId="{323263B8-A48F-BB66-A4F2-0BAAC093C508}"/>
          </ac:spMkLst>
        </pc:spChg>
        <pc:spChg chg="add mod">
          <ac:chgData name="kavinaya s" userId="b16f804b14833c45" providerId="LiveId" clId="{9A90614D-886A-4F06-B437-68C9CB7C3119}" dt="2026-07-22T03:51:55.622" v="459" actId="1076"/>
          <ac:spMkLst>
            <pc:docMk/>
            <pc:sldMk cId="3170916344" sldId="256"/>
            <ac:spMk id="449" creationId="{3FA7FDB7-D968-F9E1-69E9-3BDBE3E91EC0}"/>
          </ac:spMkLst>
        </pc:spChg>
        <pc:spChg chg="add mod">
          <ac:chgData name="kavinaya s" userId="b16f804b14833c45" providerId="LiveId" clId="{9A90614D-886A-4F06-B437-68C9CB7C3119}" dt="2026-07-22T03:52:49.134" v="465" actId="1076"/>
          <ac:spMkLst>
            <pc:docMk/>
            <pc:sldMk cId="3170916344" sldId="256"/>
            <ac:spMk id="450" creationId="{0D4D58A1-DDA8-8AEF-561C-4D75F57F98B0}"/>
          </ac:spMkLst>
        </pc:spChg>
        <pc:spChg chg="add del mod">
          <ac:chgData name="kavinaya s" userId="b16f804b14833c45" providerId="LiveId" clId="{9A90614D-886A-4F06-B437-68C9CB7C3119}" dt="2026-07-22T03:53:38.836" v="473" actId="21"/>
          <ac:spMkLst>
            <pc:docMk/>
            <pc:sldMk cId="3170916344" sldId="256"/>
            <ac:spMk id="453" creationId="{FFED8E0D-925A-FFE5-97AE-17E40CBBB526}"/>
          </ac:spMkLst>
        </pc:spChg>
        <pc:spChg chg="add del mod">
          <ac:chgData name="kavinaya s" userId="b16f804b14833c45" providerId="LiveId" clId="{9A90614D-886A-4F06-B437-68C9CB7C3119}" dt="2026-07-22T03:53:33.579" v="471" actId="21"/>
          <ac:spMkLst>
            <pc:docMk/>
            <pc:sldMk cId="3170916344" sldId="256"/>
            <ac:spMk id="455" creationId="{37BC4788-1B3C-E08B-62DA-4D9CE636336A}"/>
          </ac:spMkLst>
        </pc:spChg>
        <pc:spChg chg="add mod">
          <ac:chgData name="kavinaya s" userId="b16f804b14833c45" providerId="LiveId" clId="{9A90614D-886A-4F06-B437-68C9CB7C3119}" dt="2026-07-22T03:53:08.647" v="469" actId="1076"/>
          <ac:spMkLst>
            <pc:docMk/>
            <pc:sldMk cId="3170916344" sldId="256"/>
            <ac:spMk id="457" creationId="{E4BB695D-C8A6-8C21-A677-9411823D71C4}"/>
          </ac:spMkLst>
        </pc:spChg>
        <pc:spChg chg="add del mod">
          <ac:chgData name="kavinaya s" userId="b16f804b14833c45" providerId="LiveId" clId="{9A90614D-886A-4F06-B437-68C9CB7C3119}" dt="2026-07-22T03:54:52.732" v="483" actId="21"/>
          <ac:spMkLst>
            <pc:docMk/>
            <pc:sldMk cId="3170916344" sldId="256"/>
            <ac:spMk id="459" creationId="{03AB5F2B-774D-7B4E-F787-AC92BDE050AC}"/>
          </ac:spMkLst>
        </pc:spChg>
        <pc:spChg chg="add mod">
          <ac:chgData name="kavinaya s" userId="b16f804b14833c45" providerId="LiveId" clId="{9A90614D-886A-4F06-B437-68C9CB7C3119}" dt="2026-07-22T03:54:12.081" v="479" actId="1076"/>
          <ac:spMkLst>
            <pc:docMk/>
            <pc:sldMk cId="3170916344" sldId="256"/>
            <ac:spMk id="461" creationId="{ED97DD5A-A83C-48F3-D9B1-2ECC25C7724F}"/>
          </ac:spMkLst>
        </pc:spChg>
        <pc:spChg chg="add mod">
          <ac:chgData name="kavinaya s" userId="b16f804b14833c45" providerId="LiveId" clId="{9A90614D-886A-4F06-B437-68C9CB7C3119}" dt="2026-07-22T03:54:23.245" v="481" actId="1076"/>
          <ac:spMkLst>
            <pc:docMk/>
            <pc:sldMk cId="3170916344" sldId="256"/>
            <ac:spMk id="463" creationId="{251FC011-6FDB-CA37-324D-978F00F7932B}"/>
          </ac:spMkLst>
        </pc:spChg>
        <pc:spChg chg="add mod">
          <ac:chgData name="kavinaya s" userId="b16f804b14833c45" providerId="LiveId" clId="{9A90614D-886A-4F06-B437-68C9CB7C3119}" dt="2026-07-22T03:54:16.043" v="480" actId="1076"/>
          <ac:spMkLst>
            <pc:docMk/>
            <pc:sldMk cId="3170916344" sldId="256"/>
            <ac:spMk id="465" creationId="{1A9012B7-3333-AF0B-D890-FBABE3825562}"/>
          </ac:spMkLst>
        </pc:spChg>
        <pc:cxnChg chg="add mod">
          <ac:chgData name="kavinaya s" userId="b16f804b14833c45" providerId="LiveId" clId="{9A90614D-886A-4F06-B437-68C9CB7C3119}" dt="2026-07-22T03:21:34.813" v="49" actId="1076"/>
          <ac:cxnSpMkLst>
            <pc:docMk/>
            <pc:sldMk cId="3170916344" sldId="256"/>
            <ac:cxnSpMk id="3" creationId="{B3133AFC-FFE3-67EA-DB4C-69D616FA5350}"/>
          </ac:cxnSpMkLst>
        </pc:cxnChg>
        <pc:cxnChg chg="add mod">
          <ac:chgData name="kavinaya s" userId="b16f804b14833c45" providerId="LiveId" clId="{9A90614D-886A-4F06-B437-68C9CB7C3119}" dt="2026-07-22T03:30:13.162" v="150" actId="1076"/>
          <ac:cxnSpMkLst>
            <pc:docMk/>
            <pc:sldMk cId="3170916344" sldId="256"/>
            <ac:cxnSpMk id="6" creationId="{C16DE4AE-5680-AC76-A0E9-E37CA05D8A3E}"/>
          </ac:cxnSpMkLst>
        </pc:cxnChg>
        <pc:cxnChg chg="add del mod">
          <ac:chgData name="kavinaya s" userId="b16f804b14833c45" providerId="LiveId" clId="{9A90614D-886A-4F06-B437-68C9CB7C3119}" dt="2026-07-22T03:40:58.357" v="401" actId="478"/>
          <ac:cxnSpMkLst>
            <pc:docMk/>
            <pc:sldMk cId="3170916344" sldId="256"/>
            <ac:cxnSpMk id="16" creationId="{0AB32443-9465-E7BB-7A79-1997229FBC5E}"/>
          </ac:cxnSpMkLst>
        </pc:cxnChg>
        <pc:cxnChg chg="add mod">
          <ac:chgData name="kavinaya s" userId="b16f804b14833c45" providerId="LiveId" clId="{9A90614D-886A-4F06-B437-68C9CB7C3119}" dt="2026-07-22T03:40:40.991" v="399" actId="1076"/>
          <ac:cxnSpMkLst>
            <pc:docMk/>
            <pc:sldMk cId="3170916344" sldId="256"/>
            <ac:cxnSpMk id="18" creationId="{1AA62DBB-51DF-8D59-5E3D-6B41DDE256B7}"/>
          </ac:cxnSpMkLst>
        </pc:cxnChg>
        <pc:cxnChg chg="add mod">
          <ac:chgData name="kavinaya s" userId="b16f804b14833c45" providerId="LiveId" clId="{9A90614D-886A-4F06-B437-68C9CB7C3119}" dt="2026-07-22T03:40:33.368" v="398" actId="1076"/>
          <ac:cxnSpMkLst>
            <pc:docMk/>
            <pc:sldMk cId="3170916344" sldId="256"/>
            <ac:cxnSpMk id="19" creationId="{4086E7F4-00D8-D237-892A-68BF127085CC}"/>
          </ac:cxnSpMkLst>
        </pc:cxnChg>
        <pc:cxnChg chg="add mod">
          <ac:chgData name="kavinaya s" userId="b16f804b14833c45" providerId="LiveId" clId="{9A90614D-886A-4F06-B437-68C9CB7C3119}" dt="2026-07-22T03:40:20.148" v="397" actId="1076"/>
          <ac:cxnSpMkLst>
            <pc:docMk/>
            <pc:sldMk cId="3170916344" sldId="256"/>
            <ac:cxnSpMk id="20" creationId="{72500B2A-58C4-E08C-13BD-74BD70522560}"/>
          </ac:cxnSpMkLst>
        </pc:cxnChg>
        <pc:cxnChg chg="add mod">
          <ac:chgData name="kavinaya s" userId="b16f804b14833c45" providerId="LiveId" clId="{9A90614D-886A-4F06-B437-68C9CB7C3119}" dt="2026-07-22T03:40:07.100" v="396" actId="1076"/>
          <ac:cxnSpMkLst>
            <pc:docMk/>
            <pc:sldMk cId="3170916344" sldId="256"/>
            <ac:cxnSpMk id="21" creationId="{4E75224C-D3B1-253D-F3B5-7604F1E0010B}"/>
          </ac:cxnSpMkLst>
        </pc:cxnChg>
        <pc:cxnChg chg="mod">
          <ac:chgData name="kavinaya s" userId="b16f804b14833c45" providerId="LiveId" clId="{9A90614D-886A-4F06-B437-68C9CB7C3119}" dt="2026-07-22T03:31:54.806" v="176" actId="14100"/>
          <ac:cxnSpMkLst>
            <pc:docMk/>
            <pc:sldMk cId="3170916344" sldId="256"/>
            <ac:cxnSpMk id="126" creationId="{265BDC31-F77C-3F17-FF1A-00D15E5AAA6F}"/>
          </ac:cxnSpMkLst>
        </pc:cxnChg>
        <pc:cxnChg chg="mod">
          <ac:chgData name="kavinaya s" userId="b16f804b14833c45" providerId="LiveId" clId="{9A90614D-886A-4F06-B437-68C9CB7C3119}" dt="2026-07-22T03:32:56.652" v="208" actId="14100"/>
          <ac:cxnSpMkLst>
            <pc:docMk/>
            <pc:sldMk cId="3170916344" sldId="256"/>
            <ac:cxnSpMk id="132" creationId="{64F025CF-E5C6-A9E5-8507-B2764468B725}"/>
          </ac:cxnSpMkLst>
        </pc:cxnChg>
        <pc:cxnChg chg="mod">
          <ac:chgData name="kavinaya s" userId="b16f804b14833c45" providerId="LiveId" clId="{9A90614D-886A-4F06-B437-68C9CB7C3119}" dt="2026-07-22T03:33:34.823" v="225" actId="14100"/>
          <ac:cxnSpMkLst>
            <pc:docMk/>
            <pc:sldMk cId="3170916344" sldId="256"/>
            <ac:cxnSpMk id="159" creationId="{EA9FE92A-EF92-3E90-30E5-FF78FD585F15}"/>
          </ac:cxnSpMkLst>
        </pc:cxnChg>
        <pc:cxnChg chg="mod">
          <ac:chgData name="kavinaya s" userId="b16f804b14833c45" providerId="LiveId" clId="{9A90614D-886A-4F06-B437-68C9CB7C3119}" dt="2026-07-22T03:39:02.361" v="372" actId="14100"/>
          <ac:cxnSpMkLst>
            <pc:docMk/>
            <pc:sldMk cId="3170916344" sldId="256"/>
            <ac:cxnSpMk id="343" creationId="{7342C073-31DB-DD93-4C1D-6CB1EB887AC8}"/>
          </ac:cxnSpMkLst>
        </pc:cxnChg>
        <pc:cxnChg chg="mod">
          <ac:chgData name="kavinaya s" userId="b16f804b14833c45" providerId="LiveId" clId="{9A90614D-886A-4F06-B437-68C9CB7C3119}" dt="2026-07-22T03:39:19.787" v="373" actId="14100"/>
          <ac:cxnSpMkLst>
            <pc:docMk/>
            <pc:sldMk cId="3170916344" sldId="256"/>
            <ac:cxnSpMk id="345" creationId="{214EAC8B-EBCB-75F1-6A32-C26E9C53FD40}"/>
          </ac:cxnSpMkLst>
        </pc:cxnChg>
        <pc:cxnChg chg="mod">
          <ac:chgData name="kavinaya s" userId="b16f804b14833c45" providerId="LiveId" clId="{9A90614D-886A-4F06-B437-68C9CB7C3119}" dt="2026-07-22T03:35:25.756" v="277" actId="14100"/>
          <ac:cxnSpMkLst>
            <pc:docMk/>
            <pc:sldMk cId="3170916344" sldId="256"/>
            <ac:cxnSpMk id="408" creationId="{DBD5A77E-57B7-63F8-52D3-5F30389D1BD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F171D-FB97-4DCB-9C5B-B1E06703E84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857250"/>
            <a:ext cx="37179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B61B8-52B5-4BBB-8010-66255AABE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06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1pPr>
    <a:lvl2pPr marL="768692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2pPr>
    <a:lvl3pPr marL="1537384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3pPr>
    <a:lvl4pPr marL="2306075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4pPr>
    <a:lvl5pPr marL="3074767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5pPr>
    <a:lvl6pPr marL="3843459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6pPr>
    <a:lvl7pPr marL="4612152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7pPr>
    <a:lvl8pPr marL="5380844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8pPr>
    <a:lvl9pPr marL="6149535" algn="l" defTabSz="1537384" rtl="0" eaLnBrk="1" latinLnBrk="0" hangingPunct="1">
      <a:defRPr sz="20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3038" y="857250"/>
            <a:ext cx="3717925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B61B8-52B5-4BBB-8010-66255AABE84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92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90478" y="2598322"/>
            <a:ext cx="19142869" cy="5527405"/>
          </a:xfrm>
        </p:spPr>
        <p:txBody>
          <a:bodyPr anchor="b"/>
          <a:lstStyle>
            <a:lvl1pPr algn="ctr">
              <a:defRPr sz="125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0478" y="8338885"/>
            <a:ext cx="19142869" cy="3833166"/>
          </a:xfrm>
        </p:spPr>
        <p:txBody>
          <a:bodyPr/>
          <a:lstStyle>
            <a:lvl1pPr marL="0" indent="0" algn="ctr">
              <a:buNone/>
              <a:defRPr sz="5024"/>
            </a:lvl1pPr>
            <a:lvl2pPr marL="957148" indent="0" algn="ctr">
              <a:buNone/>
              <a:defRPr sz="4187"/>
            </a:lvl2pPr>
            <a:lvl3pPr marL="1914296" indent="0" algn="ctr">
              <a:buNone/>
              <a:defRPr sz="3768"/>
            </a:lvl3pPr>
            <a:lvl4pPr marL="2871445" indent="0" algn="ctr">
              <a:buNone/>
              <a:defRPr sz="3350"/>
            </a:lvl4pPr>
            <a:lvl5pPr marL="3828593" indent="0" algn="ctr">
              <a:buNone/>
              <a:defRPr sz="3350"/>
            </a:lvl5pPr>
            <a:lvl6pPr marL="4785741" indent="0" algn="ctr">
              <a:buNone/>
              <a:defRPr sz="3350"/>
            </a:lvl6pPr>
            <a:lvl7pPr marL="5742889" indent="0" algn="ctr">
              <a:buNone/>
              <a:defRPr sz="3350"/>
            </a:lvl7pPr>
            <a:lvl8pPr marL="6700037" indent="0" algn="ctr">
              <a:buNone/>
              <a:defRPr sz="3350"/>
            </a:lvl8pPr>
            <a:lvl9pPr marL="7657186" indent="0" algn="ctr">
              <a:buNone/>
              <a:defRPr sz="3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3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69" y="3958124"/>
            <a:ext cx="22014299" cy="6604218"/>
          </a:xfrm>
        </p:spPr>
        <p:txBody>
          <a:bodyPr anchor="b"/>
          <a:lstStyle>
            <a:lvl1pPr>
              <a:defRPr sz="125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469" y="10624821"/>
            <a:ext cx="22014299" cy="3473002"/>
          </a:xfrm>
        </p:spPr>
        <p:txBody>
          <a:bodyPr/>
          <a:lstStyle>
            <a:lvl1pPr marL="0" indent="0">
              <a:buNone/>
              <a:defRPr sz="5024">
                <a:solidFill>
                  <a:schemeClr val="tx1">
                    <a:tint val="82000"/>
                  </a:schemeClr>
                </a:solidFill>
              </a:defRPr>
            </a:lvl1pPr>
            <a:lvl2pPr marL="957148" indent="0">
              <a:buNone/>
              <a:defRPr sz="4187">
                <a:solidFill>
                  <a:schemeClr val="tx1">
                    <a:tint val="82000"/>
                  </a:schemeClr>
                </a:solidFill>
              </a:defRPr>
            </a:lvl2pPr>
            <a:lvl3pPr marL="1914296" indent="0">
              <a:buNone/>
              <a:defRPr sz="3768">
                <a:solidFill>
                  <a:schemeClr val="tx1">
                    <a:tint val="82000"/>
                  </a:schemeClr>
                </a:solidFill>
              </a:defRPr>
            </a:lvl3pPr>
            <a:lvl4pPr marL="2871445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4pPr>
            <a:lvl5pPr marL="3828593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5pPr>
            <a:lvl6pPr marL="4785741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6pPr>
            <a:lvl7pPr marL="5742889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7pPr>
            <a:lvl8pPr marL="6700037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8pPr>
            <a:lvl9pPr marL="7657186" indent="0">
              <a:buNone/>
              <a:defRPr sz="33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6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4763" y="4226407"/>
            <a:ext cx="10847626" cy="10073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21436" y="4226407"/>
            <a:ext cx="10847626" cy="10073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7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087" y="845282"/>
            <a:ext cx="22014299" cy="30687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8089" y="3891971"/>
            <a:ext cx="10797773" cy="1907394"/>
          </a:xfrm>
        </p:spPr>
        <p:txBody>
          <a:bodyPr anchor="b"/>
          <a:lstStyle>
            <a:lvl1pPr marL="0" indent="0">
              <a:buNone/>
              <a:defRPr sz="5024" b="1"/>
            </a:lvl1pPr>
            <a:lvl2pPr marL="957148" indent="0">
              <a:buNone/>
              <a:defRPr sz="4187" b="1"/>
            </a:lvl2pPr>
            <a:lvl3pPr marL="1914296" indent="0">
              <a:buNone/>
              <a:defRPr sz="3768" b="1"/>
            </a:lvl3pPr>
            <a:lvl4pPr marL="2871445" indent="0">
              <a:buNone/>
              <a:defRPr sz="3350" b="1"/>
            </a:lvl4pPr>
            <a:lvl5pPr marL="3828593" indent="0">
              <a:buNone/>
              <a:defRPr sz="3350" b="1"/>
            </a:lvl5pPr>
            <a:lvl6pPr marL="4785741" indent="0">
              <a:buNone/>
              <a:defRPr sz="3350" b="1"/>
            </a:lvl6pPr>
            <a:lvl7pPr marL="5742889" indent="0">
              <a:buNone/>
              <a:defRPr sz="3350" b="1"/>
            </a:lvl7pPr>
            <a:lvl8pPr marL="6700037" indent="0">
              <a:buNone/>
              <a:defRPr sz="3350" b="1"/>
            </a:lvl8pPr>
            <a:lvl9pPr marL="7657186" indent="0">
              <a:buNone/>
              <a:defRPr sz="3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8089" y="5799365"/>
            <a:ext cx="10797773" cy="8529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21436" y="3891971"/>
            <a:ext cx="10850950" cy="1907394"/>
          </a:xfrm>
        </p:spPr>
        <p:txBody>
          <a:bodyPr anchor="b"/>
          <a:lstStyle>
            <a:lvl1pPr marL="0" indent="0">
              <a:buNone/>
              <a:defRPr sz="5024" b="1"/>
            </a:lvl1pPr>
            <a:lvl2pPr marL="957148" indent="0">
              <a:buNone/>
              <a:defRPr sz="4187" b="1"/>
            </a:lvl2pPr>
            <a:lvl3pPr marL="1914296" indent="0">
              <a:buNone/>
              <a:defRPr sz="3768" b="1"/>
            </a:lvl3pPr>
            <a:lvl4pPr marL="2871445" indent="0">
              <a:buNone/>
              <a:defRPr sz="3350" b="1"/>
            </a:lvl4pPr>
            <a:lvl5pPr marL="3828593" indent="0">
              <a:buNone/>
              <a:defRPr sz="3350" b="1"/>
            </a:lvl5pPr>
            <a:lvl6pPr marL="4785741" indent="0">
              <a:buNone/>
              <a:defRPr sz="3350" b="1"/>
            </a:lvl6pPr>
            <a:lvl7pPr marL="5742889" indent="0">
              <a:buNone/>
              <a:defRPr sz="3350" b="1"/>
            </a:lvl7pPr>
            <a:lvl8pPr marL="6700037" indent="0">
              <a:buNone/>
              <a:defRPr sz="3350" b="1"/>
            </a:lvl8pPr>
            <a:lvl9pPr marL="7657186" indent="0">
              <a:buNone/>
              <a:defRPr sz="3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21436" y="5799365"/>
            <a:ext cx="10850950" cy="8529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6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089" y="1058439"/>
            <a:ext cx="8232097" cy="3704537"/>
          </a:xfrm>
        </p:spPr>
        <p:txBody>
          <a:bodyPr anchor="b"/>
          <a:lstStyle>
            <a:lvl1pPr>
              <a:defRPr sz="66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0950" y="2285936"/>
            <a:ext cx="12921436" cy="11282668"/>
          </a:xfrm>
        </p:spPr>
        <p:txBody>
          <a:bodyPr/>
          <a:lstStyle>
            <a:lvl1pPr>
              <a:defRPr sz="6699"/>
            </a:lvl1pPr>
            <a:lvl2pPr>
              <a:defRPr sz="5862"/>
            </a:lvl2pPr>
            <a:lvl3pPr>
              <a:defRPr sz="5024"/>
            </a:lvl3pPr>
            <a:lvl4pPr>
              <a:defRPr sz="4187"/>
            </a:lvl4pPr>
            <a:lvl5pPr>
              <a:defRPr sz="4187"/>
            </a:lvl5pPr>
            <a:lvl6pPr>
              <a:defRPr sz="4187"/>
            </a:lvl6pPr>
            <a:lvl7pPr>
              <a:defRPr sz="4187"/>
            </a:lvl7pPr>
            <a:lvl8pPr>
              <a:defRPr sz="4187"/>
            </a:lvl8pPr>
            <a:lvl9pPr>
              <a:defRPr sz="41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8089" y="4762976"/>
            <a:ext cx="8232097" cy="8824003"/>
          </a:xfrm>
        </p:spPr>
        <p:txBody>
          <a:bodyPr/>
          <a:lstStyle>
            <a:lvl1pPr marL="0" indent="0">
              <a:buNone/>
              <a:defRPr sz="3350"/>
            </a:lvl1pPr>
            <a:lvl2pPr marL="957148" indent="0">
              <a:buNone/>
              <a:defRPr sz="2931"/>
            </a:lvl2pPr>
            <a:lvl3pPr marL="1914296" indent="0">
              <a:buNone/>
              <a:defRPr sz="2512"/>
            </a:lvl3pPr>
            <a:lvl4pPr marL="2871445" indent="0">
              <a:buNone/>
              <a:defRPr sz="2094"/>
            </a:lvl4pPr>
            <a:lvl5pPr marL="3828593" indent="0">
              <a:buNone/>
              <a:defRPr sz="2094"/>
            </a:lvl5pPr>
            <a:lvl6pPr marL="4785741" indent="0">
              <a:buNone/>
              <a:defRPr sz="2094"/>
            </a:lvl6pPr>
            <a:lvl7pPr marL="5742889" indent="0">
              <a:buNone/>
              <a:defRPr sz="2094"/>
            </a:lvl7pPr>
            <a:lvl8pPr marL="6700037" indent="0">
              <a:buNone/>
              <a:defRPr sz="2094"/>
            </a:lvl8pPr>
            <a:lvl9pPr marL="7657186" indent="0">
              <a:buNone/>
              <a:defRPr sz="20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1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089" y="1058439"/>
            <a:ext cx="8232097" cy="3704537"/>
          </a:xfrm>
        </p:spPr>
        <p:txBody>
          <a:bodyPr anchor="b"/>
          <a:lstStyle>
            <a:lvl1pPr>
              <a:defRPr sz="66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50950" y="2285936"/>
            <a:ext cx="12921436" cy="11282668"/>
          </a:xfrm>
        </p:spPr>
        <p:txBody>
          <a:bodyPr anchor="t"/>
          <a:lstStyle>
            <a:lvl1pPr marL="0" indent="0">
              <a:buNone/>
              <a:defRPr sz="6699"/>
            </a:lvl1pPr>
            <a:lvl2pPr marL="957148" indent="0">
              <a:buNone/>
              <a:defRPr sz="5862"/>
            </a:lvl2pPr>
            <a:lvl3pPr marL="1914296" indent="0">
              <a:buNone/>
              <a:defRPr sz="5024"/>
            </a:lvl3pPr>
            <a:lvl4pPr marL="2871445" indent="0">
              <a:buNone/>
              <a:defRPr sz="4187"/>
            </a:lvl4pPr>
            <a:lvl5pPr marL="3828593" indent="0">
              <a:buNone/>
              <a:defRPr sz="4187"/>
            </a:lvl5pPr>
            <a:lvl6pPr marL="4785741" indent="0">
              <a:buNone/>
              <a:defRPr sz="4187"/>
            </a:lvl6pPr>
            <a:lvl7pPr marL="5742889" indent="0">
              <a:buNone/>
              <a:defRPr sz="4187"/>
            </a:lvl7pPr>
            <a:lvl8pPr marL="6700037" indent="0">
              <a:buNone/>
              <a:defRPr sz="4187"/>
            </a:lvl8pPr>
            <a:lvl9pPr marL="7657186" indent="0">
              <a:buNone/>
              <a:defRPr sz="41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8089" y="4762976"/>
            <a:ext cx="8232097" cy="8824003"/>
          </a:xfrm>
        </p:spPr>
        <p:txBody>
          <a:bodyPr/>
          <a:lstStyle>
            <a:lvl1pPr marL="0" indent="0">
              <a:buNone/>
              <a:defRPr sz="3350"/>
            </a:lvl1pPr>
            <a:lvl2pPr marL="957148" indent="0">
              <a:buNone/>
              <a:defRPr sz="2931"/>
            </a:lvl2pPr>
            <a:lvl3pPr marL="1914296" indent="0">
              <a:buNone/>
              <a:defRPr sz="2512"/>
            </a:lvl3pPr>
            <a:lvl4pPr marL="2871445" indent="0">
              <a:buNone/>
              <a:defRPr sz="2094"/>
            </a:lvl4pPr>
            <a:lvl5pPr marL="3828593" indent="0">
              <a:buNone/>
              <a:defRPr sz="2094"/>
            </a:lvl5pPr>
            <a:lvl6pPr marL="4785741" indent="0">
              <a:buNone/>
              <a:defRPr sz="2094"/>
            </a:lvl6pPr>
            <a:lvl7pPr marL="5742889" indent="0">
              <a:buNone/>
              <a:defRPr sz="2094"/>
            </a:lvl7pPr>
            <a:lvl8pPr marL="6700037" indent="0">
              <a:buNone/>
              <a:defRPr sz="2094"/>
            </a:lvl8pPr>
            <a:lvl9pPr marL="7657186" indent="0">
              <a:buNone/>
              <a:defRPr sz="20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4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46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65487" y="845282"/>
            <a:ext cx="5503575" cy="134546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4763" y="845282"/>
            <a:ext cx="16191676" cy="134546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2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54763" y="845282"/>
            <a:ext cx="22014299" cy="3068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4763" y="4226407"/>
            <a:ext cx="22014299" cy="1007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54763" y="14715246"/>
            <a:ext cx="5742861" cy="845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85AE9-F313-443E-9E10-B1FF3EC2E5A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54767" y="14715246"/>
            <a:ext cx="8614291" cy="845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26201" y="14715246"/>
            <a:ext cx="5742861" cy="845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55BAD-C651-4289-94DD-20D91515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0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14296" rtl="0" eaLnBrk="1" latinLnBrk="0" hangingPunct="1">
        <a:lnSpc>
          <a:spcPct val="90000"/>
        </a:lnSpc>
        <a:spcBef>
          <a:spcPct val="0"/>
        </a:spcBef>
        <a:buNone/>
        <a:defRPr sz="92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8574" indent="-478574" algn="l" defTabSz="1914296" rtl="0" eaLnBrk="1" latinLnBrk="0" hangingPunct="1">
        <a:lnSpc>
          <a:spcPct val="90000"/>
        </a:lnSpc>
        <a:spcBef>
          <a:spcPts val="2094"/>
        </a:spcBef>
        <a:buFont typeface="Arial" panose="020B0604020202020204" pitchFamily="34" charset="0"/>
        <a:buChar char="•"/>
        <a:defRPr sz="5862" kern="1200">
          <a:solidFill>
            <a:schemeClr val="tx1"/>
          </a:solidFill>
          <a:latin typeface="+mn-lt"/>
          <a:ea typeface="+mn-ea"/>
          <a:cs typeface="+mn-cs"/>
        </a:defRPr>
      </a:lvl1pPr>
      <a:lvl2pPr marL="1435722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5024" kern="1200">
          <a:solidFill>
            <a:schemeClr val="tx1"/>
          </a:solidFill>
          <a:latin typeface="+mn-lt"/>
          <a:ea typeface="+mn-ea"/>
          <a:cs typeface="+mn-cs"/>
        </a:defRPr>
      </a:lvl2pPr>
      <a:lvl3pPr marL="2392871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4187" kern="1200">
          <a:solidFill>
            <a:schemeClr val="tx1"/>
          </a:solidFill>
          <a:latin typeface="+mn-lt"/>
          <a:ea typeface="+mn-ea"/>
          <a:cs typeface="+mn-cs"/>
        </a:defRPr>
      </a:lvl3pPr>
      <a:lvl4pPr marL="3350019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4pPr>
      <a:lvl5pPr marL="4307167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5pPr>
      <a:lvl6pPr marL="5264315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6pPr>
      <a:lvl7pPr marL="6221463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7pPr>
      <a:lvl8pPr marL="7178612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8pPr>
      <a:lvl9pPr marL="8135760" indent="-478574" algn="l" defTabSz="1914296" rtl="0" eaLnBrk="1" latinLnBrk="0" hangingPunct="1">
        <a:lnSpc>
          <a:spcPct val="90000"/>
        </a:lnSpc>
        <a:spcBef>
          <a:spcPts val="1047"/>
        </a:spcBef>
        <a:buFont typeface="Arial" panose="020B0604020202020204" pitchFamily="34" charset="0"/>
        <a:buChar char="•"/>
        <a:defRPr sz="3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1pPr>
      <a:lvl2pPr marL="957148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2pPr>
      <a:lvl3pPr marL="1914296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3pPr>
      <a:lvl4pPr marL="2871445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4pPr>
      <a:lvl5pPr marL="3828593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5pPr>
      <a:lvl6pPr marL="4785741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6pPr>
      <a:lvl7pPr marL="5742889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7pPr>
      <a:lvl8pPr marL="6700037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8pPr>
      <a:lvl9pPr marL="7657186" algn="l" defTabSz="1914296" rtl="0" eaLnBrk="1" latinLnBrk="0" hangingPunct="1">
        <a:defRPr sz="3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F30F3FFE-96FB-DD91-8217-AB30A6340541}"/>
              </a:ext>
            </a:extLst>
          </p:cNvPr>
          <p:cNvSpPr/>
          <p:nvPr/>
        </p:nvSpPr>
        <p:spPr>
          <a:xfrm>
            <a:off x="916336" y="346730"/>
            <a:ext cx="3037104" cy="10356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err="1"/>
              <a:t>Customer_id</a:t>
            </a:r>
            <a:endParaRPr lang="en-IN" sz="2000" b="1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17F80E-9991-52A8-0A06-78CA55605036}"/>
              </a:ext>
            </a:extLst>
          </p:cNvPr>
          <p:cNvSpPr/>
          <p:nvPr/>
        </p:nvSpPr>
        <p:spPr>
          <a:xfrm>
            <a:off x="833098" y="1566035"/>
            <a:ext cx="3120342" cy="954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err="1"/>
              <a:t>Customer_name</a:t>
            </a:r>
            <a:endParaRPr lang="en-IN" sz="2000" b="1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C1B433-8D17-DC0D-F8F0-680A08DBB5A5}"/>
              </a:ext>
            </a:extLst>
          </p:cNvPr>
          <p:cNvSpPr/>
          <p:nvPr/>
        </p:nvSpPr>
        <p:spPr>
          <a:xfrm>
            <a:off x="789555" y="3504907"/>
            <a:ext cx="3163886" cy="8812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err="1"/>
              <a:t>Moblie_number</a:t>
            </a:r>
            <a:endParaRPr lang="en-IN" sz="2000" b="1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41428A0-91B2-6167-BEC5-798E7C4004EA}"/>
              </a:ext>
            </a:extLst>
          </p:cNvPr>
          <p:cNvSpPr/>
          <p:nvPr/>
        </p:nvSpPr>
        <p:spPr>
          <a:xfrm>
            <a:off x="916337" y="2547297"/>
            <a:ext cx="3037106" cy="91205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Email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8B1808-CF4B-8525-7909-B1C74F90C2CB}"/>
              </a:ext>
            </a:extLst>
          </p:cNvPr>
          <p:cNvSpPr/>
          <p:nvPr/>
        </p:nvSpPr>
        <p:spPr>
          <a:xfrm>
            <a:off x="916337" y="5371009"/>
            <a:ext cx="3037104" cy="8198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Registration_Date</a:t>
            </a:r>
            <a:endParaRPr lang="en-IN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5F9688-C94B-044E-93DF-369651998C34}"/>
              </a:ext>
            </a:extLst>
          </p:cNvPr>
          <p:cNvSpPr/>
          <p:nvPr/>
        </p:nvSpPr>
        <p:spPr>
          <a:xfrm>
            <a:off x="833099" y="4453279"/>
            <a:ext cx="3120342" cy="7983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Address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4CA47A-3C4E-199F-9D86-16D2D5608643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3953440" y="864578"/>
            <a:ext cx="544287" cy="9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A853BD-00B0-D726-FED6-B6BC12D43F9D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3953440" y="2043059"/>
            <a:ext cx="544287" cy="579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39EABE-BC0B-CCC7-10EF-3AD2BA229961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3953443" y="3003324"/>
            <a:ext cx="544286" cy="5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B199A84-A6C4-1C0B-1E8F-6D6D70BAFC49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3953441" y="3945546"/>
            <a:ext cx="544288" cy="21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5D2F86-DC37-AC11-488C-4B2D6550AD27}"/>
              </a:ext>
            </a:extLst>
          </p:cNvPr>
          <p:cNvCxnSpPr>
            <a:cxnSpLocks/>
            <a:stCxn id="37" idx="6"/>
          </p:cNvCxnSpPr>
          <p:nvPr/>
        </p:nvCxnSpPr>
        <p:spPr>
          <a:xfrm flipV="1">
            <a:off x="3953441" y="4834845"/>
            <a:ext cx="544288" cy="175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54EDE74-B160-A99F-E1E6-68BF485E2986}"/>
              </a:ext>
            </a:extLst>
          </p:cNvPr>
          <p:cNvCxnSpPr>
            <a:cxnSpLocks/>
            <a:stCxn id="35" idx="6"/>
          </p:cNvCxnSpPr>
          <p:nvPr/>
        </p:nvCxnSpPr>
        <p:spPr>
          <a:xfrm flipV="1">
            <a:off x="3953441" y="5771767"/>
            <a:ext cx="544288" cy="91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EA2AD8E-1CD6-882D-4ACF-0392F5FE4E36}"/>
              </a:ext>
            </a:extLst>
          </p:cNvPr>
          <p:cNvSpPr/>
          <p:nvPr/>
        </p:nvSpPr>
        <p:spPr>
          <a:xfrm>
            <a:off x="5379471" y="2682571"/>
            <a:ext cx="2982685" cy="12845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CUSTOMER 1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0FC16A-730C-ACBD-4437-F03583106307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508614" y="1023298"/>
            <a:ext cx="870857" cy="2301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A467338-5F5F-8345-9C01-5E10CC48AE27}"/>
              </a:ext>
            </a:extLst>
          </p:cNvPr>
          <p:cNvCxnSpPr>
            <a:endCxn id="55" idx="1"/>
          </p:cNvCxnSpPr>
          <p:nvPr/>
        </p:nvCxnSpPr>
        <p:spPr>
          <a:xfrm>
            <a:off x="4475955" y="2122754"/>
            <a:ext cx="903514" cy="1202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8AD2B61-49B5-A589-D336-75E3FC425EB7}"/>
              </a:ext>
            </a:extLst>
          </p:cNvPr>
          <p:cNvCxnSpPr>
            <a:endCxn id="55" idx="1"/>
          </p:cNvCxnSpPr>
          <p:nvPr/>
        </p:nvCxnSpPr>
        <p:spPr>
          <a:xfrm>
            <a:off x="4475955" y="3062022"/>
            <a:ext cx="903514" cy="262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69426F3-7AFE-231E-3CEF-51E0E857DE5E}"/>
              </a:ext>
            </a:extLst>
          </p:cNvPr>
          <p:cNvCxnSpPr>
            <a:endCxn id="55" idx="1"/>
          </p:cNvCxnSpPr>
          <p:nvPr/>
        </p:nvCxnSpPr>
        <p:spPr>
          <a:xfrm flipV="1">
            <a:off x="4475955" y="3324830"/>
            <a:ext cx="903514" cy="642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E4D1984-2EC0-6671-B23E-C5FFA42E6DBB}"/>
              </a:ext>
            </a:extLst>
          </p:cNvPr>
          <p:cNvCxnSpPr>
            <a:endCxn id="55" idx="1"/>
          </p:cNvCxnSpPr>
          <p:nvPr/>
        </p:nvCxnSpPr>
        <p:spPr>
          <a:xfrm flipV="1">
            <a:off x="4475955" y="3324828"/>
            <a:ext cx="903514" cy="1529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C861FDD-BC10-56A3-BBC6-9B7E039FB6DF}"/>
              </a:ext>
            </a:extLst>
          </p:cNvPr>
          <p:cNvCxnSpPr>
            <a:endCxn id="55" idx="1"/>
          </p:cNvCxnSpPr>
          <p:nvPr/>
        </p:nvCxnSpPr>
        <p:spPr>
          <a:xfrm flipV="1">
            <a:off x="4475955" y="3324828"/>
            <a:ext cx="903514" cy="2468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E360690-70BC-FB0F-F960-DD8AD35B6147}"/>
              </a:ext>
            </a:extLst>
          </p:cNvPr>
          <p:cNvCxnSpPr>
            <a:cxnSpLocks/>
          </p:cNvCxnSpPr>
          <p:nvPr/>
        </p:nvCxnSpPr>
        <p:spPr>
          <a:xfrm flipH="1">
            <a:off x="8362156" y="3331023"/>
            <a:ext cx="859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Diamond 72">
            <a:extLst>
              <a:ext uri="{FF2B5EF4-FFF2-40B4-BE49-F238E27FC236}">
                <a16:creationId xmlns:a16="http://schemas.microsoft.com/office/drawing/2014/main" id="{AA6E8AC7-6AFB-CD46-A9B3-7302E1612284}"/>
              </a:ext>
            </a:extLst>
          </p:cNvPr>
          <p:cNvSpPr/>
          <p:nvPr/>
        </p:nvSpPr>
        <p:spPr>
          <a:xfrm>
            <a:off x="9243898" y="2705100"/>
            <a:ext cx="2264228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Places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F113FF8-9CE7-B171-BF1B-BD323731ECC5}"/>
              </a:ext>
            </a:extLst>
          </p:cNvPr>
          <p:cNvCxnSpPr>
            <a:stCxn id="73" idx="3"/>
          </p:cNvCxnSpPr>
          <p:nvPr/>
        </p:nvCxnSpPr>
        <p:spPr>
          <a:xfrm>
            <a:off x="11508126" y="3347357"/>
            <a:ext cx="7402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F5FBD90D-7FD3-E0AC-50F2-F1504D2B0C60}"/>
              </a:ext>
            </a:extLst>
          </p:cNvPr>
          <p:cNvSpPr/>
          <p:nvPr/>
        </p:nvSpPr>
        <p:spPr>
          <a:xfrm>
            <a:off x="12226585" y="2723770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ORDERS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556E245-0086-0BBE-303F-7190FB6A96D9}"/>
              </a:ext>
            </a:extLst>
          </p:cNvPr>
          <p:cNvSpPr/>
          <p:nvPr/>
        </p:nvSpPr>
        <p:spPr>
          <a:xfrm>
            <a:off x="11520940" y="530339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Order_Date</a:t>
            </a:r>
            <a:endParaRPr lang="en-IN" b="1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16AC0EE-21AE-550B-2BA9-92BCB17331D7}"/>
              </a:ext>
            </a:extLst>
          </p:cNvPr>
          <p:cNvSpPr/>
          <p:nvPr/>
        </p:nvSpPr>
        <p:spPr>
          <a:xfrm>
            <a:off x="14821243" y="1721534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Order_Status</a:t>
            </a:r>
            <a:endParaRPr lang="en-IN" b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7089B4A-DCB8-95CF-C4A6-3C75EE47BB11}"/>
              </a:ext>
            </a:extLst>
          </p:cNvPr>
          <p:cNvSpPr/>
          <p:nvPr/>
        </p:nvSpPr>
        <p:spPr>
          <a:xfrm>
            <a:off x="14142470" y="719298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Total_Amount</a:t>
            </a:r>
            <a:endParaRPr lang="en-IN" b="1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612CD06-F957-9E41-738D-F9FEA841878A}"/>
              </a:ext>
            </a:extLst>
          </p:cNvPr>
          <p:cNvCxnSpPr>
            <a:endCxn id="76" idx="0"/>
          </p:cNvCxnSpPr>
          <p:nvPr/>
        </p:nvCxnSpPr>
        <p:spPr>
          <a:xfrm>
            <a:off x="11856472" y="1939247"/>
            <a:ext cx="1578429" cy="784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5D3E989-8220-60D8-778B-9DCC32A08ECA}"/>
              </a:ext>
            </a:extLst>
          </p:cNvPr>
          <p:cNvCxnSpPr>
            <a:stCxn id="79" idx="4"/>
            <a:endCxn id="76" idx="0"/>
          </p:cNvCxnSpPr>
          <p:nvPr/>
        </p:nvCxnSpPr>
        <p:spPr>
          <a:xfrm>
            <a:off x="12729256" y="1360754"/>
            <a:ext cx="705645" cy="1363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8607DA2-72ED-D377-FB56-BED4992469DF}"/>
              </a:ext>
            </a:extLst>
          </p:cNvPr>
          <p:cNvCxnSpPr>
            <a:stCxn id="83" idx="4"/>
          </p:cNvCxnSpPr>
          <p:nvPr/>
        </p:nvCxnSpPr>
        <p:spPr>
          <a:xfrm flipH="1">
            <a:off x="15100415" y="1549713"/>
            <a:ext cx="250371" cy="163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011EC58-2F60-1AD2-D577-7E636CC932BF}"/>
              </a:ext>
            </a:extLst>
          </p:cNvPr>
          <p:cNvCxnSpPr>
            <a:stCxn id="83" idx="3"/>
            <a:endCxn id="76" idx="0"/>
          </p:cNvCxnSpPr>
          <p:nvPr/>
        </p:nvCxnSpPr>
        <p:spPr>
          <a:xfrm flipH="1">
            <a:off x="13434899" y="1428103"/>
            <a:ext cx="1061478" cy="129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6D42675-0627-BE89-F1E5-A2042369E0E0}"/>
              </a:ext>
            </a:extLst>
          </p:cNvPr>
          <p:cNvCxnSpPr>
            <a:endCxn id="76" idx="0"/>
          </p:cNvCxnSpPr>
          <p:nvPr/>
        </p:nvCxnSpPr>
        <p:spPr>
          <a:xfrm flipH="1">
            <a:off x="13434899" y="2122754"/>
            <a:ext cx="1208314" cy="601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3F9E44C-FA12-AC48-F36B-F79063432358}"/>
              </a:ext>
            </a:extLst>
          </p:cNvPr>
          <p:cNvCxnSpPr>
            <a:cxnSpLocks/>
          </p:cNvCxnSpPr>
          <p:nvPr/>
        </p:nvCxnSpPr>
        <p:spPr>
          <a:xfrm flipH="1">
            <a:off x="14643213" y="3324828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Diamond 97">
            <a:extLst>
              <a:ext uri="{FF2B5EF4-FFF2-40B4-BE49-F238E27FC236}">
                <a16:creationId xmlns:a16="http://schemas.microsoft.com/office/drawing/2014/main" id="{D78F03AC-A21E-DFF8-DB45-BD6F645F5669}"/>
              </a:ext>
            </a:extLst>
          </p:cNvPr>
          <p:cNvSpPr/>
          <p:nvPr/>
        </p:nvSpPr>
        <p:spPr>
          <a:xfrm>
            <a:off x="15699128" y="2705100"/>
            <a:ext cx="2264228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Has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9F43E0A-57CD-EB3B-01FE-78581B619168}"/>
              </a:ext>
            </a:extLst>
          </p:cNvPr>
          <p:cNvCxnSpPr>
            <a:cxnSpLocks/>
          </p:cNvCxnSpPr>
          <p:nvPr/>
        </p:nvCxnSpPr>
        <p:spPr>
          <a:xfrm>
            <a:off x="17963356" y="3347357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19F9E15-C99F-4B3E-5DCF-2ECF9152F565}"/>
              </a:ext>
            </a:extLst>
          </p:cNvPr>
          <p:cNvSpPr/>
          <p:nvPr/>
        </p:nvSpPr>
        <p:spPr>
          <a:xfrm>
            <a:off x="18801556" y="2682573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PAYMENT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A2AA208-70D6-33C6-D455-B0C4E05D51EB}"/>
              </a:ext>
            </a:extLst>
          </p:cNvPr>
          <p:cNvSpPr/>
          <p:nvPr/>
        </p:nvSpPr>
        <p:spPr>
          <a:xfrm>
            <a:off x="9668442" y="1266676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Order_Id</a:t>
            </a:r>
            <a:endParaRPr lang="en-IN" b="1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F2DFFD84-7E50-6233-1F7F-1A459DBF492D}"/>
              </a:ext>
            </a:extLst>
          </p:cNvPr>
          <p:cNvSpPr/>
          <p:nvPr/>
        </p:nvSpPr>
        <p:spPr>
          <a:xfrm>
            <a:off x="22099928" y="3871956"/>
            <a:ext cx="27867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Payment_Status</a:t>
            </a:r>
            <a:endParaRPr lang="en-IN" b="1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DC378C6-6265-6045-6216-093AFE3E7888}"/>
              </a:ext>
            </a:extLst>
          </p:cNvPr>
          <p:cNvSpPr/>
          <p:nvPr/>
        </p:nvSpPr>
        <p:spPr>
          <a:xfrm>
            <a:off x="22056385" y="2751967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Payment_Date</a:t>
            </a:r>
            <a:endParaRPr lang="en-IN" b="1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975CF7F-F0D8-8C01-D303-20626338EDE6}"/>
              </a:ext>
            </a:extLst>
          </p:cNvPr>
          <p:cNvSpPr/>
          <p:nvPr/>
        </p:nvSpPr>
        <p:spPr>
          <a:xfrm>
            <a:off x="22056385" y="1682887"/>
            <a:ext cx="3043895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Payment_Method</a:t>
            </a:r>
            <a:endParaRPr lang="en-IN" b="1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3AD10EC-1DE1-81BE-A6FC-10FD336A28DD}"/>
              </a:ext>
            </a:extLst>
          </p:cNvPr>
          <p:cNvSpPr/>
          <p:nvPr/>
        </p:nvSpPr>
        <p:spPr>
          <a:xfrm>
            <a:off x="21973147" y="719296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Payment_Id</a:t>
            </a:r>
            <a:endParaRPr lang="en-IN" b="1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7A01339-5DAA-9A24-42CB-AF32144D5B77}"/>
              </a:ext>
            </a:extLst>
          </p:cNvPr>
          <p:cNvCxnSpPr>
            <a:stCxn id="120" idx="2"/>
          </p:cNvCxnSpPr>
          <p:nvPr/>
        </p:nvCxnSpPr>
        <p:spPr>
          <a:xfrm flipH="1" flipV="1">
            <a:off x="21631844" y="1134504"/>
            <a:ext cx="341303" cy="3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65BDC31-F77C-3F17-FF1A-00D15E5AAA6F}"/>
              </a:ext>
            </a:extLst>
          </p:cNvPr>
          <p:cNvCxnSpPr>
            <a:cxnSpLocks/>
            <a:stCxn id="118" idx="2"/>
          </p:cNvCxnSpPr>
          <p:nvPr/>
        </p:nvCxnSpPr>
        <p:spPr>
          <a:xfrm flipH="1">
            <a:off x="21675385" y="2101987"/>
            <a:ext cx="381000" cy="144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0423D2C-D6B3-31E6-4534-B37EBFF09E61}"/>
              </a:ext>
            </a:extLst>
          </p:cNvPr>
          <p:cNvCxnSpPr>
            <a:cxnSpLocks/>
          </p:cNvCxnSpPr>
          <p:nvPr/>
        </p:nvCxnSpPr>
        <p:spPr>
          <a:xfrm flipH="1">
            <a:off x="21631842" y="3343441"/>
            <a:ext cx="424542" cy="78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4F025CF-E5C6-A9E5-8507-B2764468B725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21675387" y="4291056"/>
            <a:ext cx="424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D24562D-AC88-691D-F842-23EF9328026E}"/>
              </a:ext>
            </a:extLst>
          </p:cNvPr>
          <p:cNvCxnSpPr/>
          <p:nvPr/>
        </p:nvCxnSpPr>
        <p:spPr>
          <a:xfrm flipH="1">
            <a:off x="21218184" y="1134506"/>
            <a:ext cx="413658" cy="23248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73E826D-B7BE-4F8F-FB9C-8FAAFE4D2397}"/>
              </a:ext>
            </a:extLst>
          </p:cNvPr>
          <p:cNvCxnSpPr>
            <a:endCxn id="104" idx="3"/>
          </p:cNvCxnSpPr>
          <p:nvPr/>
        </p:nvCxnSpPr>
        <p:spPr>
          <a:xfrm flipH="1">
            <a:off x="21218184" y="2246769"/>
            <a:ext cx="413658" cy="1078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01CD7B2-7622-65DF-64E2-9C36459C4DEB}"/>
              </a:ext>
            </a:extLst>
          </p:cNvPr>
          <p:cNvCxnSpPr>
            <a:endCxn id="104" idx="3"/>
          </p:cNvCxnSpPr>
          <p:nvPr/>
        </p:nvCxnSpPr>
        <p:spPr>
          <a:xfrm flipH="1">
            <a:off x="21218184" y="3324823"/>
            <a:ext cx="41365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2AD0A99-7554-0D63-692F-54E2D29FA782}"/>
              </a:ext>
            </a:extLst>
          </p:cNvPr>
          <p:cNvCxnSpPr>
            <a:cxnSpLocks/>
            <a:endCxn id="104" idx="3"/>
          </p:cNvCxnSpPr>
          <p:nvPr/>
        </p:nvCxnSpPr>
        <p:spPr>
          <a:xfrm flipH="1" flipV="1">
            <a:off x="21218186" y="3324822"/>
            <a:ext cx="424541" cy="966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463C524-44F8-B8CD-4543-23AF8D354F12}"/>
              </a:ext>
            </a:extLst>
          </p:cNvPr>
          <p:cNvCxnSpPr>
            <a:stCxn id="76" idx="2"/>
          </p:cNvCxnSpPr>
          <p:nvPr/>
        </p:nvCxnSpPr>
        <p:spPr>
          <a:xfrm flipH="1">
            <a:off x="13424013" y="4008271"/>
            <a:ext cx="10886" cy="846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Diamond 144">
            <a:extLst>
              <a:ext uri="{FF2B5EF4-FFF2-40B4-BE49-F238E27FC236}">
                <a16:creationId xmlns:a16="http://schemas.microsoft.com/office/drawing/2014/main" id="{356F7F24-560A-3460-33B5-A27B1EF8A4B8}"/>
              </a:ext>
            </a:extLst>
          </p:cNvPr>
          <p:cNvSpPr/>
          <p:nvPr/>
        </p:nvSpPr>
        <p:spPr>
          <a:xfrm>
            <a:off x="12270127" y="4854270"/>
            <a:ext cx="2264228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Contains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F5D5FC3-354C-5C00-09DB-316975CD5E95}"/>
              </a:ext>
            </a:extLst>
          </p:cNvPr>
          <p:cNvCxnSpPr>
            <a:stCxn id="145" idx="2"/>
          </p:cNvCxnSpPr>
          <p:nvPr/>
        </p:nvCxnSpPr>
        <p:spPr>
          <a:xfrm>
            <a:off x="13402241" y="6138786"/>
            <a:ext cx="21772" cy="894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85B3717-1785-CECF-82D3-12DA4056DF06}"/>
              </a:ext>
            </a:extLst>
          </p:cNvPr>
          <p:cNvSpPr/>
          <p:nvPr/>
        </p:nvSpPr>
        <p:spPr>
          <a:xfrm>
            <a:off x="12280392" y="7033774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Order_ Details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C2F27A4-EAB1-23A9-720A-A13A0295B7DE}"/>
              </a:ext>
            </a:extLst>
          </p:cNvPr>
          <p:cNvSpPr/>
          <p:nvPr/>
        </p:nvSpPr>
        <p:spPr>
          <a:xfrm>
            <a:off x="15866270" y="8295764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Unit_price</a:t>
            </a:r>
            <a:endParaRPr lang="en-IN" b="1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2E923AB-429E-A0B7-4EDD-AA63775F2535}"/>
              </a:ext>
            </a:extLst>
          </p:cNvPr>
          <p:cNvSpPr/>
          <p:nvPr/>
        </p:nvSpPr>
        <p:spPr>
          <a:xfrm>
            <a:off x="15822727" y="7260815"/>
            <a:ext cx="2416628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Quantity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72C6675C-5F41-0D0C-B468-F3B3C44DC9B8}"/>
              </a:ext>
            </a:extLst>
          </p:cNvPr>
          <p:cNvSpPr/>
          <p:nvPr/>
        </p:nvSpPr>
        <p:spPr>
          <a:xfrm>
            <a:off x="15818868" y="6225866"/>
            <a:ext cx="2629151" cy="8304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Order </a:t>
            </a:r>
            <a:r>
              <a:rPr lang="en-IN" b="1" dirty="0" err="1"/>
              <a:t>Detail_Id</a:t>
            </a:r>
            <a:endParaRPr lang="en-IN" b="1" dirty="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A9FE92A-EF92-3E90-30E5-FF78FD585F15}"/>
              </a:ext>
            </a:extLst>
          </p:cNvPr>
          <p:cNvCxnSpPr>
            <a:cxnSpLocks/>
            <a:stCxn id="157" idx="2"/>
          </p:cNvCxnSpPr>
          <p:nvPr/>
        </p:nvCxnSpPr>
        <p:spPr>
          <a:xfrm flipH="1" flipV="1">
            <a:off x="15350786" y="6641074"/>
            <a:ext cx="46808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9002B7F-7616-64B7-09C0-AD64B219936A}"/>
              </a:ext>
            </a:extLst>
          </p:cNvPr>
          <p:cNvCxnSpPr>
            <a:stCxn id="155" idx="2"/>
          </p:cNvCxnSpPr>
          <p:nvPr/>
        </p:nvCxnSpPr>
        <p:spPr>
          <a:xfrm flipH="1">
            <a:off x="15350786" y="7676022"/>
            <a:ext cx="4719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7A05A4E-78D3-59BB-2DE1-E6EC3451AB53}"/>
              </a:ext>
            </a:extLst>
          </p:cNvPr>
          <p:cNvCxnSpPr>
            <a:cxnSpLocks/>
            <a:stCxn id="153" idx="2"/>
          </p:cNvCxnSpPr>
          <p:nvPr/>
        </p:nvCxnSpPr>
        <p:spPr>
          <a:xfrm flipH="1" flipV="1">
            <a:off x="15350784" y="8710972"/>
            <a:ext cx="51548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A04EA8E-DB51-4D17-65EA-5D707B6493F9}"/>
              </a:ext>
            </a:extLst>
          </p:cNvPr>
          <p:cNvCxnSpPr>
            <a:endCxn id="149" idx="3"/>
          </p:cNvCxnSpPr>
          <p:nvPr/>
        </p:nvCxnSpPr>
        <p:spPr>
          <a:xfrm flipH="1">
            <a:off x="14697020" y="6641074"/>
            <a:ext cx="653764" cy="1034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CD0ADDC-A17E-60C9-0FD8-AEEE2DC1C08F}"/>
              </a:ext>
            </a:extLst>
          </p:cNvPr>
          <p:cNvCxnSpPr>
            <a:endCxn id="149" idx="3"/>
          </p:cNvCxnSpPr>
          <p:nvPr/>
        </p:nvCxnSpPr>
        <p:spPr>
          <a:xfrm flipH="1">
            <a:off x="14697020" y="7676021"/>
            <a:ext cx="653764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12B4F8D9-FD15-B900-DDA0-21E3B39B1B23}"/>
              </a:ext>
            </a:extLst>
          </p:cNvPr>
          <p:cNvCxnSpPr>
            <a:endCxn id="149" idx="3"/>
          </p:cNvCxnSpPr>
          <p:nvPr/>
        </p:nvCxnSpPr>
        <p:spPr>
          <a:xfrm flipH="1" flipV="1">
            <a:off x="14697020" y="7676025"/>
            <a:ext cx="653764" cy="1034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EE2305E-80C9-074C-3764-CA6B1CE30B4F}"/>
              </a:ext>
            </a:extLst>
          </p:cNvPr>
          <p:cNvCxnSpPr>
            <a:cxnSpLocks/>
            <a:stCxn id="149" idx="1"/>
          </p:cNvCxnSpPr>
          <p:nvPr/>
        </p:nvCxnSpPr>
        <p:spPr>
          <a:xfrm flipH="1" flipV="1">
            <a:off x="11225101" y="7676021"/>
            <a:ext cx="1055293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Diamond 178">
            <a:extLst>
              <a:ext uri="{FF2B5EF4-FFF2-40B4-BE49-F238E27FC236}">
                <a16:creationId xmlns:a16="http://schemas.microsoft.com/office/drawing/2014/main" id="{55730324-4A67-6B48-1248-416A8A1CCC88}"/>
              </a:ext>
            </a:extLst>
          </p:cNvPr>
          <p:cNvSpPr/>
          <p:nvPr/>
        </p:nvSpPr>
        <p:spPr>
          <a:xfrm>
            <a:off x="8930152" y="6858001"/>
            <a:ext cx="2501772" cy="148279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Includes</a:t>
            </a: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DE38F5C-A29D-AFA5-576B-C092C8F302F5}"/>
              </a:ext>
            </a:extLst>
          </p:cNvPr>
          <p:cNvCxnSpPr>
            <a:cxnSpLocks/>
          </p:cNvCxnSpPr>
          <p:nvPr/>
        </p:nvCxnSpPr>
        <p:spPr>
          <a:xfrm flipH="1" flipV="1">
            <a:off x="7961283" y="7704248"/>
            <a:ext cx="1055293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92FF762-F602-1536-BA53-51690B65D1C1}"/>
              </a:ext>
            </a:extLst>
          </p:cNvPr>
          <p:cNvSpPr/>
          <p:nvPr/>
        </p:nvSpPr>
        <p:spPr>
          <a:xfrm>
            <a:off x="5179052" y="7056281"/>
            <a:ext cx="2982685" cy="12845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PRODUCT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876B8336-7F18-AA7A-0570-18A93D5FB475}"/>
              </a:ext>
            </a:extLst>
          </p:cNvPr>
          <p:cNvSpPr/>
          <p:nvPr/>
        </p:nvSpPr>
        <p:spPr>
          <a:xfrm>
            <a:off x="1217264" y="11439664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Supplier_id</a:t>
            </a:r>
            <a:r>
              <a:rPr lang="en-IN" b="1" dirty="0"/>
              <a:t> (FK)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144B5FB-73D0-E895-C46E-4F10443EB490}"/>
              </a:ext>
            </a:extLst>
          </p:cNvPr>
          <p:cNvSpPr/>
          <p:nvPr/>
        </p:nvSpPr>
        <p:spPr>
          <a:xfrm>
            <a:off x="1217265" y="10500861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Category_id</a:t>
            </a:r>
            <a:r>
              <a:rPr lang="en-IN" b="1" dirty="0"/>
              <a:t> (FK)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344F695A-C4D2-9658-5027-81005AFF0DB2}"/>
              </a:ext>
            </a:extLst>
          </p:cNvPr>
          <p:cNvSpPr/>
          <p:nvPr/>
        </p:nvSpPr>
        <p:spPr>
          <a:xfrm>
            <a:off x="1217265" y="9546405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Stock_Quality</a:t>
            </a:r>
            <a:endParaRPr lang="en-IN" b="1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17DD27C-1A99-EE27-9A79-A09FBBF8B2E5}"/>
              </a:ext>
            </a:extLst>
          </p:cNvPr>
          <p:cNvSpPr/>
          <p:nvPr/>
        </p:nvSpPr>
        <p:spPr>
          <a:xfrm>
            <a:off x="1271701" y="8591949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Price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C1C375C6-CEAD-A992-B3CF-120001653100}"/>
              </a:ext>
            </a:extLst>
          </p:cNvPr>
          <p:cNvSpPr/>
          <p:nvPr/>
        </p:nvSpPr>
        <p:spPr>
          <a:xfrm>
            <a:off x="1248623" y="7600974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Product_name</a:t>
            </a:r>
            <a:endParaRPr lang="en-IN" b="1" dirty="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72771A88-5E9E-0DB5-7019-1C564683923E}"/>
              </a:ext>
            </a:extLst>
          </p:cNvPr>
          <p:cNvSpPr/>
          <p:nvPr/>
        </p:nvSpPr>
        <p:spPr>
          <a:xfrm>
            <a:off x="1248622" y="6606120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Product_id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46EF77D-9F39-6F26-2A1E-A2C4527AC6C6}"/>
              </a:ext>
            </a:extLst>
          </p:cNvPr>
          <p:cNvCxnSpPr/>
          <p:nvPr/>
        </p:nvCxnSpPr>
        <p:spPr>
          <a:xfrm>
            <a:off x="3851605" y="11828454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4AF1DE2-6618-1DC6-478D-05158F733018}"/>
              </a:ext>
            </a:extLst>
          </p:cNvPr>
          <p:cNvCxnSpPr/>
          <p:nvPr/>
        </p:nvCxnSpPr>
        <p:spPr>
          <a:xfrm>
            <a:off x="3866347" y="10919961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DB6D248-D46A-364C-8D56-5AB83DCBF7A8}"/>
              </a:ext>
            </a:extLst>
          </p:cNvPr>
          <p:cNvCxnSpPr/>
          <p:nvPr/>
        </p:nvCxnSpPr>
        <p:spPr>
          <a:xfrm>
            <a:off x="3866347" y="9965505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ED29A52-ADB0-71E5-8143-643534BDEFA9}"/>
              </a:ext>
            </a:extLst>
          </p:cNvPr>
          <p:cNvCxnSpPr/>
          <p:nvPr/>
        </p:nvCxnSpPr>
        <p:spPr>
          <a:xfrm>
            <a:off x="3888118" y="9011049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561502B-3BA9-E36C-353F-FAA72B6F328C}"/>
              </a:ext>
            </a:extLst>
          </p:cNvPr>
          <p:cNvCxnSpPr/>
          <p:nvPr/>
        </p:nvCxnSpPr>
        <p:spPr>
          <a:xfrm>
            <a:off x="3866347" y="7938294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F74D8F0-B32A-8E5D-4ED6-EB3282A472D8}"/>
              </a:ext>
            </a:extLst>
          </p:cNvPr>
          <p:cNvCxnSpPr/>
          <p:nvPr/>
        </p:nvCxnSpPr>
        <p:spPr>
          <a:xfrm>
            <a:off x="3906042" y="7025220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02D99CD-D899-E8F9-7379-83FA9AF22444}"/>
              </a:ext>
            </a:extLst>
          </p:cNvPr>
          <p:cNvCxnSpPr>
            <a:endCxn id="182" idx="1"/>
          </p:cNvCxnSpPr>
          <p:nvPr/>
        </p:nvCxnSpPr>
        <p:spPr>
          <a:xfrm>
            <a:off x="4395897" y="7025220"/>
            <a:ext cx="783155" cy="673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C102E35-0865-7883-A592-F8A1A17C8EC3}"/>
              </a:ext>
            </a:extLst>
          </p:cNvPr>
          <p:cNvCxnSpPr>
            <a:endCxn id="182" idx="1"/>
          </p:cNvCxnSpPr>
          <p:nvPr/>
        </p:nvCxnSpPr>
        <p:spPr>
          <a:xfrm flipV="1">
            <a:off x="4410639" y="7698538"/>
            <a:ext cx="768413" cy="2397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5213786A-27EF-31CF-B15C-27A1ADC2DCA9}"/>
              </a:ext>
            </a:extLst>
          </p:cNvPr>
          <p:cNvCxnSpPr>
            <a:endCxn id="182" idx="1"/>
          </p:cNvCxnSpPr>
          <p:nvPr/>
        </p:nvCxnSpPr>
        <p:spPr>
          <a:xfrm flipV="1">
            <a:off x="4410639" y="7698540"/>
            <a:ext cx="768413" cy="1312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9EAFD79-B46E-8F7A-4021-82930D16D2A7}"/>
              </a:ext>
            </a:extLst>
          </p:cNvPr>
          <p:cNvCxnSpPr>
            <a:endCxn id="182" idx="1"/>
          </p:cNvCxnSpPr>
          <p:nvPr/>
        </p:nvCxnSpPr>
        <p:spPr>
          <a:xfrm flipV="1">
            <a:off x="4410639" y="7698540"/>
            <a:ext cx="768413" cy="22669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AA15FD8-416E-B996-E350-EE8D9AD81672}"/>
              </a:ext>
            </a:extLst>
          </p:cNvPr>
          <p:cNvCxnSpPr/>
          <p:nvPr/>
        </p:nvCxnSpPr>
        <p:spPr>
          <a:xfrm flipV="1">
            <a:off x="4410639" y="7600976"/>
            <a:ext cx="768413" cy="3318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13307B8-5BD1-001B-5DFA-288CDEC30759}"/>
              </a:ext>
            </a:extLst>
          </p:cNvPr>
          <p:cNvCxnSpPr/>
          <p:nvPr/>
        </p:nvCxnSpPr>
        <p:spPr>
          <a:xfrm flipV="1">
            <a:off x="4432408" y="7484718"/>
            <a:ext cx="746642" cy="4374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Diamond 213">
            <a:extLst>
              <a:ext uri="{FF2B5EF4-FFF2-40B4-BE49-F238E27FC236}">
                <a16:creationId xmlns:a16="http://schemas.microsoft.com/office/drawing/2014/main" id="{50F59752-D00E-9129-13ED-A8A957A81528}"/>
              </a:ext>
            </a:extLst>
          </p:cNvPr>
          <p:cNvSpPr/>
          <p:nvPr/>
        </p:nvSpPr>
        <p:spPr>
          <a:xfrm>
            <a:off x="8181577" y="9158008"/>
            <a:ext cx="2634343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Supplied by</a:t>
            </a: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FACF9AE0-98AB-272D-3267-815AF5159D68}"/>
              </a:ext>
            </a:extLst>
          </p:cNvPr>
          <p:cNvSpPr/>
          <p:nvPr/>
        </p:nvSpPr>
        <p:spPr>
          <a:xfrm>
            <a:off x="5179052" y="9163451"/>
            <a:ext cx="2634343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Belongs to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2563239C-46E6-1898-4996-EDF1BD48C696}"/>
              </a:ext>
            </a:extLst>
          </p:cNvPr>
          <p:cNvCxnSpPr>
            <a:cxnSpLocks/>
            <a:stCxn id="182" idx="2"/>
            <a:endCxn id="216" idx="0"/>
          </p:cNvCxnSpPr>
          <p:nvPr/>
        </p:nvCxnSpPr>
        <p:spPr>
          <a:xfrm flipH="1">
            <a:off x="6496224" y="8340795"/>
            <a:ext cx="174171" cy="8226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FE0BC0F-F8F5-0EC1-3E73-51BEA48058EC}"/>
              </a:ext>
            </a:extLst>
          </p:cNvPr>
          <p:cNvCxnSpPr/>
          <p:nvPr/>
        </p:nvCxnSpPr>
        <p:spPr>
          <a:xfrm>
            <a:off x="7763444" y="8295764"/>
            <a:ext cx="1197429" cy="1134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E6E228A-24E4-D633-AF0D-CE5659AF68C5}"/>
              </a:ext>
            </a:extLst>
          </p:cNvPr>
          <p:cNvCxnSpPr>
            <a:cxnSpLocks/>
            <a:stCxn id="216" idx="2"/>
          </p:cNvCxnSpPr>
          <p:nvPr/>
        </p:nvCxnSpPr>
        <p:spPr>
          <a:xfrm flipH="1">
            <a:off x="6478927" y="10447965"/>
            <a:ext cx="17297" cy="9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FFCA5B9-F225-2007-B5B9-352171661A67}"/>
              </a:ext>
            </a:extLst>
          </p:cNvPr>
          <p:cNvCxnSpPr>
            <a:cxnSpLocks/>
            <a:endCxn id="227" idx="0"/>
          </p:cNvCxnSpPr>
          <p:nvPr/>
        </p:nvCxnSpPr>
        <p:spPr>
          <a:xfrm>
            <a:off x="10126980" y="10155152"/>
            <a:ext cx="303461" cy="764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85099F5-4A9A-6EBD-F664-9C9754ADBFC2}"/>
              </a:ext>
            </a:extLst>
          </p:cNvPr>
          <p:cNvSpPr/>
          <p:nvPr/>
        </p:nvSpPr>
        <p:spPr>
          <a:xfrm>
            <a:off x="9222127" y="10919963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Supplier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62F79E80-C495-C82E-BA09-EAE30E711167}"/>
              </a:ext>
            </a:extLst>
          </p:cNvPr>
          <p:cNvSpPr/>
          <p:nvPr/>
        </p:nvSpPr>
        <p:spPr>
          <a:xfrm>
            <a:off x="5277634" y="11313397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Category</a:t>
            </a: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D472E606-8678-7626-EDFA-1B43607B0DA4}"/>
              </a:ext>
            </a:extLst>
          </p:cNvPr>
          <p:cNvSpPr/>
          <p:nvPr/>
        </p:nvSpPr>
        <p:spPr>
          <a:xfrm>
            <a:off x="4950572" y="13334734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Descripition</a:t>
            </a:r>
            <a:endParaRPr lang="en-IN" b="1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79F5CADC-6093-7CA3-0F17-8D112AE77919}"/>
              </a:ext>
            </a:extLst>
          </p:cNvPr>
          <p:cNvSpPr/>
          <p:nvPr/>
        </p:nvSpPr>
        <p:spPr>
          <a:xfrm>
            <a:off x="2293371" y="14140812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Category_name</a:t>
            </a:r>
            <a:endParaRPr lang="en-IN" b="1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F8DE44D5-5734-8BBE-67C3-0572B62D00E3}"/>
              </a:ext>
            </a:extLst>
          </p:cNvPr>
          <p:cNvSpPr/>
          <p:nvPr/>
        </p:nvSpPr>
        <p:spPr>
          <a:xfrm>
            <a:off x="2293371" y="12736947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Category_id</a:t>
            </a:r>
            <a:endParaRPr lang="en-IN" b="1" dirty="0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2EB966DB-79C9-4782-90BF-E6A06D1B593E}"/>
              </a:ext>
            </a:extLst>
          </p:cNvPr>
          <p:cNvCxnSpPr>
            <a:stCxn id="235" idx="0"/>
            <a:endCxn id="229" idx="2"/>
          </p:cNvCxnSpPr>
          <p:nvPr/>
        </p:nvCxnSpPr>
        <p:spPr>
          <a:xfrm flipV="1">
            <a:off x="3610543" y="12597898"/>
            <a:ext cx="2875407" cy="139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74A0222-954D-A793-3468-8B46ED720381}"/>
              </a:ext>
            </a:extLst>
          </p:cNvPr>
          <p:cNvCxnSpPr>
            <a:stCxn id="233" idx="0"/>
            <a:endCxn id="229" idx="2"/>
          </p:cNvCxnSpPr>
          <p:nvPr/>
        </p:nvCxnSpPr>
        <p:spPr>
          <a:xfrm flipV="1">
            <a:off x="3610543" y="12597896"/>
            <a:ext cx="2875407" cy="15429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06458CA1-D6A4-AF26-45E4-FD847024A96D}"/>
              </a:ext>
            </a:extLst>
          </p:cNvPr>
          <p:cNvCxnSpPr>
            <a:stCxn id="231" idx="0"/>
            <a:endCxn id="229" idx="2"/>
          </p:cNvCxnSpPr>
          <p:nvPr/>
        </p:nvCxnSpPr>
        <p:spPr>
          <a:xfrm flipV="1">
            <a:off x="6267744" y="12597898"/>
            <a:ext cx="218204" cy="736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1AEF8BF4-4C54-E4DF-4B65-CDB8844B281F}"/>
              </a:ext>
            </a:extLst>
          </p:cNvPr>
          <p:cNvSpPr/>
          <p:nvPr/>
        </p:nvSpPr>
        <p:spPr>
          <a:xfrm>
            <a:off x="9684521" y="13937341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Supplier_name</a:t>
            </a:r>
            <a:endParaRPr lang="en-IN" b="1" dirty="0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9DD01C5D-B673-03AD-E029-B889380A58FA}"/>
              </a:ext>
            </a:extLst>
          </p:cNvPr>
          <p:cNvSpPr/>
          <p:nvPr/>
        </p:nvSpPr>
        <p:spPr>
          <a:xfrm>
            <a:off x="12280392" y="12314618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Address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8BA71F87-4F54-575F-737E-D7669FD36F2E}"/>
              </a:ext>
            </a:extLst>
          </p:cNvPr>
          <p:cNvSpPr/>
          <p:nvPr/>
        </p:nvSpPr>
        <p:spPr>
          <a:xfrm>
            <a:off x="11508127" y="14927149"/>
            <a:ext cx="2988250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Contact_number</a:t>
            </a:r>
            <a:endParaRPr lang="en-IN" b="1" dirty="0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D9BF534F-5949-D5F8-9935-D1C252F3B263}"/>
              </a:ext>
            </a:extLst>
          </p:cNvPr>
          <p:cNvSpPr/>
          <p:nvPr/>
        </p:nvSpPr>
        <p:spPr>
          <a:xfrm>
            <a:off x="13012033" y="13860088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Email</a:t>
            </a: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B2765F69-48BF-B7E8-0F6E-035C34E7EBD8}"/>
              </a:ext>
            </a:extLst>
          </p:cNvPr>
          <p:cNvSpPr/>
          <p:nvPr/>
        </p:nvSpPr>
        <p:spPr>
          <a:xfrm>
            <a:off x="7719900" y="13041618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Supplier_id</a:t>
            </a:r>
            <a:endParaRPr lang="en-IN" b="1" dirty="0"/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7658B79-32E8-108D-2DC9-97D94AAB8F93}"/>
              </a:ext>
            </a:extLst>
          </p:cNvPr>
          <p:cNvCxnSpPr>
            <a:cxnSpLocks/>
          </p:cNvCxnSpPr>
          <p:nvPr/>
        </p:nvCxnSpPr>
        <p:spPr>
          <a:xfrm flipV="1">
            <a:off x="8824797" y="12277864"/>
            <a:ext cx="658588" cy="797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A3B5E864-891A-7EF4-C401-00675774A6AD}"/>
              </a:ext>
            </a:extLst>
          </p:cNvPr>
          <p:cNvCxnSpPr>
            <a:cxnSpLocks/>
            <a:stCxn id="245" idx="1"/>
          </p:cNvCxnSpPr>
          <p:nvPr/>
        </p:nvCxnSpPr>
        <p:spPr>
          <a:xfrm flipH="1" flipV="1">
            <a:off x="11529898" y="11975967"/>
            <a:ext cx="1136285" cy="461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412C5C2-CD5D-3678-C6AC-5582755D1585}"/>
              </a:ext>
            </a:extLst>
          </p:cNvPr>
          <p:cNvCxnSpPr>
            <a:cxnSpLocks/>
            <a:stCxn id="249" idx="2"/>
          </p:cNvCxnSpPr>
          <p:nvPr/>
        </p:nvCxnSpPr>
        <p:spPr>
          <a:xfrm flipH="1" flipV="1">
            <a:off x="11422717" y="12277864"/>
            <a:ext cx="1589314" cy="20013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FCCA39BC-807A-E36F-0125-86A9E16FB9F3}"/>
              </a:ext>
            </a:extLst>
          </p:cNvPr>
          <p:cNvCxnSpPr>
            <a:cxnSpLocks/>
            <a:stCxn id="243" idx="0"/>
          </p:cNvCxnSpPr>
          <p:nvPr/>
        </p:nvCxnSpPr>
        <p:spPr>
          <a:xfrm flipH="1" flipV="1">
            <a:off x="10130835" y="12277861"/>
            <a:ext cx="870856" cy="1659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3A019B94-216F-A070-4C43-8B606A86087A}"/>
              </a:ext>
            </a:extLst>
          </p:cNvPr>
          <p:cNvCxnSpPr>
            <a:cxnSpLocks/>
          </p:cNvCxnSpPr>
          <p:nvPr/>
        </p:nvCxnSpPr>
        <p:spPr>
          <a:xfrm>
            <a:off x="12729254" y="13937341"/>
            <a:ext cx="0" cy="9673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BB83D8DB-8758-8CBE-2E4B-18AD8A2FF5F9}"/>
              </a:ext>
            </a:extLst>
          </p:cNvPr>
          <p:cNvCxnSpPr>
            <a:cxnSpLocks/>
          </p:cNvCxnSpPr>
          <p:nvPr/>
        </p:nvCxnSpPr>
        <p:spPr>
          <a:xfrm>
            <a:off x="11665008" y="11461431"/>
            <a:ext cx="2831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Diamond 299">
            <a:extLst>
              <a:ext uri="{FF2B5EF4-FFF2-40B4-BE49-F238E27FC236}">
                <a16:creationId xmlns:a16="http://schemas.microsoft.com/office/drawing/2014/main" id="{A01A2F7D-5376-3A73-8C60-9542B5E9321A}"/>
              </a:ext>
            </a:extLst>
          </p:cNvPr>
          <p:cNvSpPr/>
          <p:nvPr/>
        </p:nvSpPr>
        <p:spPr>
          <a:xfrm>
            <a:off x="14452714" y="10797407"/>
            <a:ext cx="2378528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Reviews</a:t>
            </a:r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87B9CAE-4691-A37E-A2BA-EE02046BC58C}"/>
              </a:ext>
            </a:extLst>
          </p:cNvPr>
          <p:cNvCxnSpPr>
            <a:stCxn id="300" idx="3"/>
          </p:cNvCxnSpPr>
          <p:nvPr/>
        </p:nvCxnSpPr>
        <p:spPr>
          <a:xfrm>
            <a:off x="16831242" y="11439664"/>
            <a:ext cx="15512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 308">
            <a:extLst>
              <a:ext uri="{FF2B5EF4-FFF2-40B4-BE49-F238E27FC236}">
                <a16:creationId xmlns:a16="http://schemas.microsoft.com/office/drawing/2014/main" id="{CC5CBBD7-4C3B-E025-2769-865543C53539}"/>
              </a:ext>
            </a:extLst>
          </p:cNvPr>
          <p:cNvSpPr/>
          <p:nvPr/>
        </p:nvSpPr>
        <p:spPr>
          <a:xfrm>
            <a:off x="18003734" y="10797415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Review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30D01A9C-0FFE-B82A-AF66-0DF98390BF89}"/>
              </a:ext>
            </a:extLst>
          </p:cNvPr>
          <p:cNvSpPr/>
          <p:nvPr/>
        </p:nvSpPr>
        <p:spPr>
          <a:xfrm>
            <a:off x="21951377" y="10898305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Review_Id</a:t>
            </a:r>
            <a:endParaRPr lang="en-IN" b="1" dirty="0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920C5D28-121B-B646-AD7D-1FF4DCC231C0}"/>
              </a:ext>
            </a:extLst>
          </p:cNvPr>
          <p:cNvSpPr/>
          <p:nvPr/>
        </p:nvSpPr>
        <p:spPr>
          <a:xfrm>
            <a:off x="21973146" y="11858764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Rating</a:t>
            </a: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8F0B512-BD38-1CAB-6D39-9776569DE099}"/>
              </a:ext>
            </a:extLst>
          </p:cNvPr>
          <p:cNvSpPr/>
          <p:nvPr/>
        </p:nvSpPr>
        <p:spPr>
          <a:xfrm>
            <a:off x="21951377" y="12929671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Comment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D3358F6B-9412-969D-40F6-A5B4DEFE9F21}"/>
              </a:ext>
            </a:extLst>
          </p:cNvPr>
          <p:cNvSpPr/>
          <p:nvPr/>
        </p:nvSpPr>
        <p:spPr>
          <a:xfrm>
            <a:off x="21218186" y="14039566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Customer_Id</a:t>
            </a:r>
            <a:r>
              <a:rPr lang="en-IN" b="1" dirty="0"/>
              <a:t> (FK)</a:t>
            </a: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9BA41D87-C535-F901-00C5-31836863ED98}"/>
              </a:ext>
            </a:extLst>
          </p:cNvPr>
          <p:cNvSpPr/>
          <p:nvPr/>
        </p:nvSpPr>
        <p:spPr>
          <a:xfrm>
            <a:off x="18382458" y="13629822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Product_Id (FK)</a:t>
            </a:r>
          </a:p>
        </p:txBody>
      </p: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CD619EFF-E5E0-4E2A-0679-4E0D2F5F63B4}"/>
              </a:ext>
            </a:extLst>
          </p:cNvPr>
          <p:cNvCxnSpPr>
            <a:cxnSpLocks/>
            <a:stCxn id="311" idx="2"/>
          </p:cNvCxnSpPr>
          <p:nvPr/>
        </p:nvCxnSpPr>
        <p:spPr>
          <a:xfrm flipH="1">
            <a:off x="21631844" y="11317405"/>
            <a:ext cx="319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F463765E-6E20-2054-D81F-E1BFA40142ED}"/>
              </a:ext>
            </a:extLst>
          </p:cNvPr>
          <p:cNvCxnSpPr>
            <a:cxnSpLocks/>
            <a:stCxn id="313" idx="2"/>
          </p:cNvCxnSpPr>
          <p:nvPr/>
        </p:nvCxnSpPr>
        <p:spPr>
          <a:xfrm flipH="1">
            <a:off x="21631842" y="12277864"/>
            <a:ext cx="3413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1E8AC0F2-7C3B-1C1E-8225-8C9C55A1272B}"/>
              </a:ext>
            </a:extLst>
          </p:cNvPr>
          <p:cNvCxnSpPr>
            <a:cxnSpLocks/>
            <a:stCxn id="315" idx="2"/>
          </p:cNvCxnSpPr>
          <p:nvPr/>
        </p:nvCxnSpPr>
        <p:spPr>
          <a:xfrm flipH="1">
            <a:off x="21631844" y="13348771"/>
            <a:ext cx="319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8A1705E1-8A36-CBB6-56F8-0F37C5182DA5}"/>
              </a:ext>
            </a:extLst>
          </p:cNvPr>
          <p:cNvCxnSpPr>
            <a:cxnSpLocks/>
            <a:stCxn id="317" idx="1"/>
          </p:cNvCxnSpPr>
          <p:nvPr/>
        </p:nvCxnSpPr>
        <p:spPr>
          <a:xfrm flipH="1" flipV="1">
            <a:off x="21218186" y="13869988"/>
            <a:ext cx="385791" cy="292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BE0D155-A30E-360F-31E3-BBE8B2F6839F}"/>
              </a:ext>
            </a:extLst>
          </p:cNvPr>
          <p:cNvCxnSpPr>
            <a:stCxn id="319" idx="0"/>
          </p:cNvCxnSpPr>
          <p:nvPr/>
        </p:nvCxnSpPr>
        <p:spPr>
          <a:xfrm flipH="1" flipV="1">
            <a:off x="19345842" y="13238619"/>
            <a:ext cx="353786" cy="391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C87F51CD-BD95-971D-0156-0DAE2048466E}"/>
              </a:ext>
            </a:extLst>
          </p:cNvPr>
          <p:cNvCxnSpPr>
            <a:cxnSpLocks/>
          </p:cNvCxnSpPr>
          <p:nvPr/>
        </p:nvCxnSpPr>
        <p:spPr>
          <a:xfrm flipH="1">
            <a:off x="20477956" y="11317407"/>
            <a:ext cx="1153886" cy="1658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F4C24A83-8C53-4788-30D5-B8A56CF9A808}"/>
              </a:ext>
            </a:extLst>
          </p:cNvPr>
          <p:cNvCxnSpPr/>
          <p:nvPr/>
        </p:nvCxnSpPr>
        <p:spPr>
          <a:xfrm flipH="1" flipV="1">
            <a:off x="20434415" y="11439664"/>
            <a:ext cx="1197429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42C073-31DB-DD93-4C1D-6CB1EB887AC8}"/>
              </a:ext>
            </a:extLst>
          </p:cNvPr>
          <p:cNvCxnSpPr>
            <a:cxnSpLocks/>
            <a:endCxn id="309" idx="3"/>
          </p:cNvCxnSpPr>
          <p:nvPr/>
        </p:nvCxnSpPr>
        <p:spPr>
          <a:xfrm flipH="1" flipV="1">
            <a:off x="20420362" y="11439666"/>
            <a:ext cx="1211480" cy="1864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214EAC8B-EBCB-75F1-6A32-C26E9C53FD40}"/>
              </a:ext>
            </a:extLst>
          </p:cNvPr>
          <p:cNvCxnSpPr>
            <a:cxnSpLocks/>
            <a:endCxn id="309" idx="3"/>
          </p:cNvCxnSpPr>
          <p:nvPr/>
        </p:nvCxnSpPr>
        <p:spPr>
          <a:xfrm flipH="1" flipV="1">
            <a:off x="20420362" y="11439666"/>
            <a:ext cx="797822" cy="2386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27C0832A-BAFA-EDEC-4556-9295483135E3}"/>
              </a:ext>
            </a:extLst>
          </p:cNvPr>
          <p:cNvCxnSpPr>
            <a:cxnSpLocks/>
          </p:cNvCxnSpPr>
          <p:nvPr/>
        </p:nvCxnSpPr>
        <p:spPr>
          <a:xfrm flipV="1">
            <a:off x="19389385" y="12062959"/>
            <a:ext cx="0" cy="1240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2629346-6EE4-585C-75F9-9DDC26D37498}"/>
              </a:ext>
            </a:extLst>
          </p:cNvPr>
          <p:cNvCxnSpPr>
            <a:stCxn id="98" idx="2"/>
          </p:cNvCxnSpPr>
          <p:nvPr/>
        </p:nvCxnSpPr>
        <p:spPr>
          <a:xfrm>
            <a:off x="16831242" y="3989616"/>
            <a:ext cx="0" cy="1261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BB16C80E-A25D-39C1-2A71-923A3FD0D106}"/>
              </a:ext>
            </a:extLst>
          </p:cNvPr>
          <p:cNvCxnSpPr>
            <a:cxnSpLocks/>
          </p:cNvCxnSpPr>
          <p:nvPr/>
        </p:nvCxnSpPr>
        <p:spPr>
          <a:xfrm>
            <a:off x="16831244" y="5251599"/>
            <a:ext cx="2166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27873DAD-CC49-F773-9F1D-2C6C1D7024C2}"/>
              </a:ext>
            </a:extLst>
          </p:cNvPr>
          <p:cNvCxnSpPr>
            <a:cxnSpLocks/>
            <a:endCxn id="360" idx="0"/>
          </p:cNvCxnSpPr>
          <p:nvPr/>
        </p:nvCxnSpPr>
        <p:spPr>
          <a:xfrm>
            <a:off x="19095470" y="5352669"/>
            <a:ext cx="0" cy="3435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Diamond 359">
            <a:extLst>
              <a:ext uri="{FF2B5EF4-FFF2-40B4-BE49-F238E27FC236}">
                <a16:creationId xmlns:a16="http://schemas.microsoft.com/office/drawing/2014/main" id="{922B9228-9610-3922-AC9B-4051F73CC7E9}"/>
              </a:ext>
            </a:extLst>
          </p:cNvPr>
          <p:cNvSpPr/>
          <p:nvPr/>
        </p:nvSpPr>
        <p:spPr>
          <a:xfrm>
            <a:off x="17963356" y="8787892"/>
            <a:ext cx="2264228" cy="128451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Writes</a:t>
            </a:r>
          </a:p>
        </p:txBody>
      </p: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B2EE5495-4C03-008A-D339-3BE92CC5E2D8}"/>
              </a:ext>
            </a:extLst>
          </p:cNvPr>
          <p:cNvCxnSpPr>
            <a:cxnSpLocks/>
          </p:cNvCxnSpPr>
          <p:nvPr/>
        </p:nvCxnSpPr>
        <p:spPr>
          <a:xfrm>
            <a:off x="19037868" y="10006139"/>
            <a:ext cx="0" cy="7069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04D92CEF-AAD5-88A2-45EC-8B9B0D936AD2}"/>
              </a:ext>
            </a:extLst>
          </p:cNvPr>
          <p:cNvCxnSpPr>
            <a:cxnSpLocks/>
          </p:cNvCxnSpPr>
          <p:nvPr/>
        </p:nvCxnSpPr>
        <p:spPr>
          <a:xfrm>
            <a:off x="18997496" y="7165138"/>
            <a:ext cx="544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4A43F81-4844-E766-6F00-B6D795654404}"/>
              </a:ext>
            </a:extLst>
          </p:cNvPr>
          <p:cNvSpPr/>
          <p:nvPr/>
        </p:nvSpPr>
        <p:spPr>
          <a:xfrm>
            <a:off x="19385865" y="6576510"/>
            <a:ext cx="2416628" cy="128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SHIPMENT</a:t>
            </a: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29B223D7-0EBF-0115-1329-517298AB614D}"/>
              </a:ext>
            </a:extLst>
          </p:cNvPr>
          <p:cNvSpPr/>
          <p:nvPr/>
        </p:nvSpPr>
        <p:spPr>
          <a:xfrm>
            <a:off x="22375922" y="5719684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Shipment_Id</a:t>
            </a:r>
            <a:endParaRPr lang="en-IN" b="1" dirty="0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28221E30-9300-2C34-F407-E67AEA02EACD}"/>
              </a:ext>
            </a:extLst>
          </p:cNvPr>
          <p:cNvSpPr/>
          <p:nvPr/>
        </p:nvSpPr>
        <p:spPr>
          <a:xfrm>
            <a:off x="22463478" y="6739449"/>
            <a:ext cx="2842542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Delivery_Address</a:t>
            </a:r>
            <a:endParaRPr lang="en-IN" b="1" dirty="0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A2633CCC-E6D6-6CAB-9EF0-FD53EB012835}"/>
              </a:ext>
            </a:extLst>
          </p:cNvPr>
          <p:cNvSpPr/>
          <p:nvPr/>
        </p:nvSpPr>
        <p:spPr>
          <a:xfrm>
            <a:off x="22497848" y="7774398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Shipment_Date</a:t>
            </a:r>
            <a:endParaRPr lang="en-IN" b="1" dirty="0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919D0B29-AB00-51F4-224B-6AEFDE839DEA}"/>
              </a:ext>
            </a:extLst>
          </p:cNvPr>
          <p:cNvSpPr/>
          <p:nvPr/>
        </p:nvSpPr>
        <p:spPr>
          <a:xfrm>
            <a:off x="22543568" y="8783761"/>
            <a:ext cx="2634343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Delivery_Status</a:t>
            </a:r>
            <a:endParaRPr lang="en-IN" b="1" dirty="0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B2539567-7B85-7E6D-FFD2-7D60579AAAF5}"/>
              </a:ext>
            </a:extLst>
          </p:cNvPr>
          <p:cNvCxnSpPr>
            <a:stCxn id="395" idx="2"/>
          </p:cNvCxnSpPr>
          <p:nvPr/>
        </p:nvCxnSpPr>
        <p:spPr>
          <a:xfrm flipH="1">
            <a:off x="22099928" y="6138784"/>
            <a:ext cx="2759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BD5A77E-57B7-63F8-52D3-5F30389D1BD2}"/>
              </a:ext>
            </a:extLst>
          </p:cNvPr>
          <p:cNvCxnSpPr>
            <a:cxnSpLocks/>
            <a:stCxn id="397" idx="2"/>
          </p:cNvCxnSpPr>
          <p:nvPr/>
        </p:nvCxnSpPr>
        <p:spPr>
          <a:xfrm flipH="1">
            <a:off x="22025907" y="7158549"/>
            <a:ext cx="4375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49CF98BB-546F-B8B1-6082-F17F680D849B}"/>
              </a:ext>
            </a:extLst>
          </p:cNvPr>
          <p:cNvCxnSpPr>
            <a:stCxn id="399" idx="2"/>
          </p:cNvCxnSpPr>
          <p:nvPr/>
        </p:nvCxnSpPr>
        <p:spPr>
          <a:xfrm flipH="1">
            <a:off x="22099928" y="8193498"/>
            <a:ext cx="397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C06AA29F-8F4C-A4C0-0F55-4305FAC06A7E}"/>
              </a:ext>
            </a:extLst>
          </p:cNvPr>
          <p:cNvCxnSpPr>
            <a:cxnSpLocks/>
          </p:cNvCxnSpPr>
          <p:nvPr/>
        </p:nvCxnSpPr>
        <p:spPr>
          <a:xfrm flipH="1">
            <a:off x="22099928" y="9199802"/>
            <a:ext cx="5086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13958A87-C723-0124-306C-3C268A5740A8}"/>
              </a:ext>
            </a:extLst>
          </p:cNvPr>
          <p:cNvCxnSpPr>
            <a:cxnSpLocks/>
          </p:cNvCxnSpPr>
          <p:nvPr/>
        </p:nvCxnSpPr>
        <p:spPr>
          <a:xfrm flipH="1">
            <a:off x="21802493" y="6126887"/>
            <a:ext cx="297435" cy="1133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A67CEB2-33E3-18AB-EC66-C00AF2E5E1A8}"/>
              </a:ext>
            </a:extLst>
          </p:cNvPr>
          <p:cNvCxnSpPr>
            <a:endCxn id="383" idx="3"/>
          </p:cNvCxnSpPr>
          <p:nvPr/>
        </p:nvCxnSpPr>
        <p:spPr>
          <a:xfrm flipH="1">
            <a:off x="21802493" y="7158549"/>
            <a:ext cx="297435" cy="602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E131D7CA-3A3E-4B86-F141-5187D1CBEDD6}"/>
              </a:ext>
            </a:extLst>
          </p:cNvPr>
          <p:cNvCxnSpPr>
            <a:cxnSpLocks/>
          </p:cNvCxnSpPr>
          <p:nvPr/>
        </p:nvCxnSpPr>
        <p:spPr>
          <a:xfrm flipH="1" flipV="1">
            <a:off x="21844113" y="7260815"/>
            <a:ext cx="255815" cy="932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0A48B823-3004-68FC-6801-53F11FBD6E08}"/>
              </a:ext>
            </a:extLst>
          </p:cNvPr>
          <p:cNvCxnSpPr>
            <a:endCxn id="383" idx="3"/>
          </p:cNvCxnSpPr>
          <p:nvPr/>
        </p:nvCxnSpPr>
        <p:spPr>
          <a:xfrm flipH="1" flipV="1">
            <a:off x="21802493" y="7218761"/>
            <a:ext cx="297435" cy="1907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AB943387-01C1-2C93-BDF5-19D0D2B154D4}"/>
              </a:ext>
            </a:extLst>
          </p:cNvPr>
          <p:cNvCxnSpPr>
            <a:cxnSpLocks/>
          </p:cNvCxnSpPr>
          <p:nvPr/>
        </p:nvCxnSpPr>
        <p:spPr>
          <a:xfrm>
            <a:off x="1653040" y="949316"/>
            <a:ext cx="17235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2E4AF329-417F-57EA-0555-B35A8C7DDD83}"/>
              </a:ext>
            </a:extLst>
          </p:cNvPr>
          <p:cNvCxnSpPr>
            <a:cxnSpLocks/>
          </p:cNvCxnSpPr>
          <p:nvPr/>
        </p:nvCxnSpPr>
        <p:spPr>
          <a:xfrm>
            <a:off x="2099804" y="3141360"/>
            <a:ext cx="8583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5654F59-71F7-7934-5C3D-54E97B9D50F2}"/>
              </a:ext>
            </a:extLst>
          </p:cNvPr>
          <p:cNvCxnSpPr>
            <a:cxnSpLocks/>
          </p:cNvCxnSpPr>
          <p:nvPr/>
        </p:nvCxnSpPr>
        <p:spPr>
          <a:xfrm>
            <a:off x="1837039" y="7135040"/>
            <a:ext cx="1620089" cy="1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43E0220C-DB3E-8A88-5417-A4D104663F32}"/>
              </a:ext>
            </a:extLst>
          </p:cNvPr>
          <p:cNvCxnSpPr>
            <a:cxnSpLocks/>
          </p:cNvCxnSpPr>
          <p:nvPr/>
        </p:nvCxnSpPr>
        <p:spPr>
          <a:xfrm>
            <a:off x="2800045" y="13250304"/>
            <a:ext cx="18721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133AFC-FFE3-67EA-DB4C-69D616FA5350}"/>
              </a:ext>
            </a:extLst>
          </p:cNvPr>
          <p:cNvCxnSpPr>
            <a:cxnSpLocks/>
          </p:cNvCxnSpPr>
          <p:nvPr/>
        </p:nvCxnSpPr>
        <p:spPr>
          <a:xfrm>
            <a:off x="8161737" y="13566616"/>
            <a:ext cx="17327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6DE4AE-5680-AC76-A0E9-E37CA05D8A3E}"/>
              </a:ext>
            </a:extLst>
          </p:cNvPr>
          <p:cNvCxnSpPr>
            <a:cxnSpLocks/>
          </p:cNvCxnSpPr>
          <p:nvPr/>
        </p:nvCxnSpPr>
        <p:spPr>
          <a:xfrm>
            <a:off x="10196401" y="1758758"/>
            <a:ext cx="1621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A62DBB-51DF-8D59-5E3D-6B41DDE256B7}"/>
              </a:ext>
            </a:extLst>
          </p:cNvPr>
          <p:cNvCxnSpPr>
            <a:cxnSpLocks/>
          </p:cNvCxnSpPr>
          <p:nvPr/>
        </p:nvCxnSpPr>
        <p:spPr>
          <a:xfrm>
            <a:off x="22509480" y="11450802"/>
            <a:ext cx="1802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86E7F4-00D8-D237-892A-68BF127085CC}"/>
              </a:ext>
            </a:extLst>
          </p:cNvPr>
          <p:cNvCxnSpPr>
            <a:cxnSpLocks/>
          </p:cNvCxnSpPr>
          <p:nvPr/>
        </p:nvCxnSpPr>
        <p:spPr>
          <a:xfrm>
            <a:off x="22804570" y="6262965"/>
            <a:ext cx="1802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500B2A-58C4-E08C-13BD-74BD70522560}"/>
              </a:ext>
            </a:extLst>
          </p:cNvPr>
          <p:cNvCxnSpPr>
            <a:cxnSpLocks/>
          </p:cNvCxnSpPr>
          <p:nvPr/>
        </p:nvCxnSpPr>
        <p:spPr>
          <a:xfrm>
            <a:off x="22357080" y="1239714"/>
            <a:ext cx="1802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5224C-D3B1-253D-F3B5-7604F1E0010B}"/>
              </a:ext>
            </a:extLst>
          </p:cNvPr>
          <p:cNvCxnSpPr>
            <a:cxnSpLocks/>
          </p:cNvCxnSpPr>
          <p:nvPr/>
        </p:nvCxnSpPr>
        <p:spPr>
          <a:xfrm>
            <a:off x="16160436" y="6732515"/>
            <a:ext cx="1802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048C8BD-4B7F-3F9E-B00C-B9D337564F4A}"/>
              </a:ext>
            </a:extLst>
          </p:cNvPr>
          <p:cNvSpPr txBox="1"/>
          <p:nvPr/>
        </p:nvSpPr>
        <p:spPr>
          <a:xfrm>
            <a:off x="8601642" y="2618603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F12C00-CB54-B768-1863-825F1BEFEA39}"/>
              </a:ext>
            </a:extLst>
          </p:cNvPr>
          <p:cNvSpPr txBox="1"/>
          <p:nvPr/>
        </p:nvSpPr>
        <p:spPr>
          <a:xfrm>
            <a:off x="11609865" y="2753264"/>
            <a:ext cx="60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9C1A5D-EA14-79DF-8693-F348781A15B5}"/>
              </a:ext>
            </a:extLst>
          </p:cNvPr>
          <p:cNvSpPr txBox="1"/>
          <p:nvPr/>
        </p:nvSpPr>
        <p:spPr>
          <a:xfrm>
            <a:off x="18126641" y="2677301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BD4BEC-FBA7-D9D6-DFBD-9359B29C40D8}"/>
              </a:ext>
            </a:extLst>
          </p:cNvPr>
          <p:cNvSpPr txBox="1"/>
          <p:nvPr/>
        </p:nvSpPr>
        <p:spPr>
          <a:xfrm>
            <a:off x="14942684" y="2673168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B40CF4-9E8E-516D-225D-A0F6A5006183}"/>
              </a:ext>
            </a:extLst>
          </p:cNvPr>
          <p:cNvSpPr txBox="1"/>
          <p:nvPr/>
        </p:nvSpPr>
        <p:spPr>
          <a:xfrm>
            <a:off x="19107673" y="7933554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6F6EE3-45F6-9D88-7C83-881FE52B50EB}"/>
              </a:ext>
            </a:extLst>
          </p:cNvPr>
          <p:cNvSpPr txBox="1"/>
          <p:nvPr/>
        </p:nvSpPr>
        <p:spPr>
          <a:xfrm>
            <a:off x="16889480" y="4194146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0B4378-BC08-7EB1-06ED-6C26DBF61E46}"/>
              </a:ext>
            </a:extLst>
          </p:cNvPr>
          <p:cNvSpPr txBox="1"/>
          <p:nvPr/>
        </p:nvSpPr>
        <p:spPr>
          <a:xfrm>
            <a:off x="13548702" y="4046550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836E48-AF23-A445-3E61-FAA5EB78874B}"/>
              </a:ext>
            </a:extLst>
          </p:cNvPr>
          <p:cNvSpPr txBox="1"/>
          <p:nvPr/>
        </p:nvSpPr>
        <p:spPr>
          <a:xfrm>
            <a:off x="13488706" y="6322627"/>
            <a:ext cx="60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9FCC64-EE29-CC57-40CF-450D662618D2}"/>
              </a:ext>
            </a:extLst>
          </p:cNvPr>
          <p:cNvSpPr txBox="1"/>
          <p:nvPr/>
        </p:nvSpPr>
        <p:spPr>
          <a:xfrm>
            <a:off x="11620750" y="7244073"/>
            <a:ext cx="60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E798B3-173E-5593-869E-6E5B1601BEA1}"/>
              </a:ext>
            </a:extLst>
          </p:cNvPr>
          <p:cNvSpPr txBox="1"/>
          <p:nvPr/>
        </p:nvSpPr>
        <p:spPr>
          <a:xfrm>
            <a:off x="17133443" y="10839524"/>
            <a:ext cx="60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323263B8-A48F-BB66-A4F2-0BAAC093C508}"/>
              </a:ext>
            </a:extLst>
          </p:cNvPr>
          <p:cNvSpPr txBox="1"/>
          <p:nvPr/>
        </p:nvSpPr>
        <p:spPr>
          <a:xfrm>
            <a:off x="19146045" y="10092217"/>
            <a:ext cx="60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3FA7FDB7-D968-F9E1-69E9-3BDBE3E91EC0}"/>
              </a:ext>
            </a:extLst>
          </p:cNvPr>
          <p:cNvSpPr txBox="1"/>
          <p:nvPr/>
        </p:nvSpPr>
        <p:spPr>
          <a:xfrm>
            <a:off x="8338441" y="7201674"/>
            <a:ext cx="68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D4D58A1-DDA8-8AEF-561C-4D75F57F98B0}"/>
              </a:ext>
            </a:extLst>
          </p:cNvPr>
          <p:cNvSpPr txBox="1"/>
          <p:nvPr/>
        </p:nvSpPr>
        <p:spPr>
          <a:xfrm>
            <a:off x="8607745" y="8562147"/>
            <a:ext cx="644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4BB695D-C8A6-8C21-A677-9411823D71C4}"/>
              </a:ext>
            </a:extLst>
          </p:cNvPr>
          <p:cNvSpPr txBox="1"/>
          <p:nvPr/>
        </p:nvSpPr>
        <p:spPr>
          <a:xfrm>
            <a:off x="6025581" y="8470836"/>
            <a:ext cx="644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ED97DD5A-A83C-48F3-D9B1-2ECC25C7724F}"/>
              </a:ext>
            </a:extLst>
          </p:cNvPr>
          <p:cNvSpPr txBox="1"/>
          <p:nvPr/>
        </p:nvSpPr>
        <p:spPr>
          <a:xfrm>
            <a:off x="10388830" y="10116140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251FC011-6FDB-CA37-324D-978F00F7932B}"/>
              </a:ext>
            </a:extLst>
          </p:cNvPr>
          <p:cNvSpPr txBox="1"/>
          <p:nvPr/>
        </p:nvSpPr>
        <p:spPr>
          <a:xfrm>
            <a:off x="13000780" y="10742706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1A9012B7-3333-AF0B-D890-FBABE3825562}"/>
              </a:ext>
            </a:extLst>
          </p:cNvPr>
          <p:cNvSpPr txBox="1"/>
          <p:nvPr/>
        </p:nvSpPr>
        <p:spPr>
          <a:xfrm>
            <a:off x="5999588" y="10409509"/>
            <a:ext cx="487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091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155</Words>
  <Application>Microsoft Office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 s</dc:creator>
  <cp:lastModifiedBy>kavinaya s</cp:lastModifiedBy>
  <cp:revision>1</cp:revision>
  <dcterms:created xsi:type="dcterms:W3CDTF">2026-07-21T04:38:35Z</dcterms:created>
  <dcterms:modified xsi:type="dcterms:W3CDTF">2026-07-22T03:54:58Z</dcterms:modified>
</cp:coreProperties>
</file>